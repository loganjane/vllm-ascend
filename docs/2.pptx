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Layouts/slideLayout5.xml" ContentType="application/vnd.openxmlformats-officedocument.presentationml.slideLayout+xml"/>
  <Override PartName="/ppt/theme/theme4.xml" ContentType="application/vnd.openxmlformats-officedocument.theme+xml"/>
  <Override PartName="/ppt/slideLayouts/slideLayout6.xml" ContentType="application/vnd.openxmlformats-officedocument.presentationml.slideLayout+xml"/>
  <Override PartName="/ppt/theme/theme5.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8.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8" r:id="rId1"/>
    <p:sldMasterId id="2147483797" r:id="rId2"/>
    <p:sldMasterId id="2147483816" r:id="rId3"/>
    <p:sldMasterId id="2147483683" r:id="rId4"/>
    <p:sldMasterId id="2147483896" r:id="rId5"/>
    <p:sldMasterId id="2147483899" r:id="rId6"/>
    <p:sldMasterId id="2147483904" r:id="rId7"/>
    <p:sldMasterId id="2147483906" r:id="rId8"/>
    <p:sldMasterId id="2147483911" r:id="rId9"/>
  </p:sldMasterIdLst>
  <p:notesMasterIdLst>
    <p:notesMasterId r:id="rId12"/>
  </p:notesMasterIdLst>
  <p:handoutMasterIdLst>
    <p:handoutMasterId r:id="rId13"/>
  </p:handoutMasterIdLst>
  <p:sldIdLst>
    <p:sldId id="2147483575" r:id="rId10"/>
    <p:sldId id="2147483582" r:id="rId11"/>
  </p:sldIdLst>
  <p:sldSz cx="12196763" cy="6858000"/>
  <p:notesSz cx="6858000" cy="9144000"/>
  <p:defaultTex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封面页_图片版" id="{E8D0D622-F6C6-F44A-B365-B4A5FF6195C2}">
          <p14:sldIdLst/>
        </p14:section>
        <p14:section name="目录页" id="{9D221634-295C-7843-AF5C-A0CB4F229241}">
          <p14:sldIdLst/>
        </p14:section>
        <p14:section name="章节页" id="{FD05EE94-C931-8C4B-83A2-004B32AA1207}">
          <p14:sldIdLst>
            <p14:sldId id="2147483575"/>
            <p14:sldId id="2147483582"/>
          </p14:sldIdLst>
        </p14:section>
        <p14:section name="结束页" id="{3F9D54A7-3BE2-2540-BB4C-DFE5509085F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DEBD8"/>
    <a:srgbClr val="FCF0CB"/>
    <a:srgbClr val="FDD7B6"/>
    <a:srgbClr val="F5DC57"/>
    <a:srgbClr val="F7B53E"/>
    <a:srgbClr val="E95B51"/>
    <a:srgbClr val="C00000"/>
    <a:srgbClr val="000000"/>
    <a:srgbClr val="E6F6D6"/>
    <a:srgbClr val="E2F0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981" autoAdjust="0"/>
    <p:restoredTop sz="94112" autoAdjust="0"/>
  </p:normalViewPr>
  <p:slideViewPr>
    <p:cSldViewPr snapToGrid="0" snapToObjects="1">
      <p:cViewPr varScale="1">
        <p:scale>
          <a:sx n="149" d="100"/>
          <a:sy n="149" d="100"/>
        </p:scale>
        <p:origin x="108" y="12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96" d="100"/>
          <a:sy n="96" d="100"/>
        </p:scale>
        <p:origin x="3104" y="16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handoutMaster" Target="handoutMasters/handoutMaster1.xml"/><Relationship Id="rId3" Type="http://schemas.openxmlformats.org/officeDocument/2006/relationships/slideMaster" Target="slideMasters/slideMaster3.xml"/><Relationship Id="rId7" Type="http://schemas.openxmlformats.org/officeDocument/2006/relationships/slideMaster" Target="slideMasters/slideMaster7.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2.xml"/><Relationship Id="rId5" Type="http://schemas.openxmlformats.org/officeDocument/2006/relationships/slideMaster" Target="slideMasters/slideMaster5.xml"/><Relationship Id="rId15" Type="http://schemas.openxmlformats.org/officeDocument/2006/relationships/viewProps" Target="viewProps.xml"/><Relationship Id="rId10" Type="http://schemas.openxmlformats.org/officeDocument/2006/relationships/slide" Target="slides/slide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CC198DB-AFBD-584A-8986-364FF2B03F4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D01315C-523F-A043-8029-B992149712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8CF71B8-DF2A-2E41-BE66-2E18A767DA8A}" type="datetimeFigureOut">
              <a:rPr lang="en-US" smtClean="0"/>
              <a:t>8/20/2026</a:t>
            </a:fld>
            <a:endParaRPr lang="en-US"/>
          </a:p>
        </p:txBody>
      </p:sp>
      <p:sp>
        <p:nvSpPr>
          <p:cNvPr id="4" name="Footer Placeholder 3">
            <a:extLst>
              <a:ext uri="{FF2B5EF4-FFF2-40B4-BE49-F238E27FC236}">
                <a16:creationId xmlns:a16="http://schemas.microsoft.com/office/drawing/2014/main" id="{B9601424-70F4-1643-8E3A-557A0258D6B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85BF48A-FF5C-8145-95A7-EE66A87C73D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35F0CC5-85BE-A64A-BD47-54C66F7E93E3}" type="slidenum">
              <a:rPr lang="en-US" smtClean="0"/>
              <a:t>‹#›</a:t>
            </a:fld>
            <a:endParaRPr lang="en-US"/>
          </a:p>
        </p:txBody>
      </p:sp>
    </p:spTree>
    <p:extLst>
      <p:ext uri="{BB962C8B-B14F-4D97-AF65-F5344CB8AC3E}">
        <p14:creationId xmlns:p14="http://schemas.microsoft.com/office/powerpoint/2010/main" val="40190952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D60A27-BF12-6744-9E93-932A0E34D8BB}" type="datetimeFigureOut">
              <a:rPr lang="en-US" smtClean="0"/>
              <a:t>8/14/2026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7326F3-4732-B74B-9C70-D0992466E499}" type="slidenum">
              <a:rPr lang="en-US" smtClean="0"/>
              <a:t>‹#›</a:t>
            </a:fld>
            <a:endParaRPr lang="en-US"/>
          </a:p>
        </p:txBody>
      </p:sp>
    </p:spTree>
    <p:extLst>
      <p:ext uri="{BB962C8B-B14F-4D97-AF65-F5344CB8AC3E}">
        <p14:creationId xmlns:p14="http://schemas.microsoft.com/office/powerpoint/2010/main" val="744632111"/>
      </p:ext>
    </p:extLst>
  </p:cSld>
  <p:clrMap bg1="lt1" tx1="dk1" bg2="lt2" tx2="dk2" accent1="accent1" accent2="accent2" accent3="accent3" accent4="accent4" accent5="accent5" accent6="accent6" hlink="hlink" folHlink="folHlink"/>
  <p:notesStyle>
    <a:lvl1pPr marL="0" algn="l" defTabSz="1219304" rtl="0" eaLnBrk="1" latinLnBrk="0" hangingPunct="1">
      <a:defRPr sz="1600" kern="1200">
        <a:solidFill>
          <a:schemeClr val="tx1"/>
        </a:solidFill>
        <a:latin typeface="+mn-lt"/>
        <a:ea typeface="+mn-ea"/>
        <a:cs typeface="+mn-cs"/>
      </a:defRPr>
    </a:lvl1pPr>
    <a:lvl2pPr marL="609651" algn="l" defTabSz="1219304" rtl="0" eaLnBrk="1" latinLnBrk="0" hangingPunct="1">
      <a:defRPr sz="1600" kern="1200">
        <a:solidFill>
          <a:schemeClr val="tx1"/>
        </a:solidFill>
        <a:latin typeface="+mn-lt"/>
        <a:ea typeface="+mn-ea"/>
        <a:cs typeface="+mn-cs"/>
      </a:defRPr>
    </a:lvl2pPr>
    <a:lvl3pPr marL="1219304" algn="l" defTabSz="1219304" rtl="0" eaLnBrk="1" latinLnBrk="0" hangingPunct="1">
      <a:defRPr sz="1600" kern="1200">
        <a:solidFill>
          <a:schemeClr val="tx1"/>
        </a:solidFill>
        <a:latin typeface="+mn-lt"/>
        <a:ea typeface="+mn-ea"/>
        <a:cs typeface="+mn-cs"/>
      </a:defRPr>
    </a:lvl3pPr>
    <a:lvl4pPr marL="1828957" algn="l" defTabSz="1219304" rtl="0" eaLnBrk="1" latinLnBrk="0" hangingPunct="1">
      <a:defRPr sz="1600" kern="1200">
        <a:solidFill>
          <a:schemeClr val="tx1"/>
        </a:solidFill>
        <a:latin typeface="+mn-lt"/>
        <a:ea typeface="+mn-ea"/>
        <a:cs typeface="+mn-cs"/>
      </a:defRPr>
    </a:lvl4pPr>
    <a:lvl5pPr marL="2438609" algn="l" defTabSz="1219304" rtl="0" eaLnBrk="1" latinLnBrk="0" hangingPunct="1">
      <a:defRPr sz="1600" kern="1200">
        <a:solidFill>
          <a:schemeClr val="tx1"/>
        </a:solidFill>
        <a:latin typeface="+mn-lt"/>
        <a:ea typeface="+mn-ea"/>
        <a:cs typeface="+mn-cs"/>
      </a:defRPr>
    </a:lvl5pPr>
    <a:lvl6pPr marL="3048261" algn="l" defTabSz="1219304" rtl="0" eaLnBrk="1" latinLnBrk="0" hangingPunct="1">
      <a:defRPr sz="1600" kern="1200">
        <a:solidFill>
          <a:schemeClr val="tx1"/>
        </a:solidFill>
        <a:latin typeface="+mn-lt"/>
        <a:ea typeface="+mn-ea"/>
        <a:cs typeface="+mn-cs"/>
      </a:defRPr>
    </a:lvl6pPr>
    <a:lvl7pPr marL="3657913" algn="l" defTabSz="1219304" rtl="0" eaLnBrk="1" latinLnBrk="0" hangingPunct="1">
      <a:defRPr sz="1600" kern="1200">
        <a:solidFill>
          <a:schemeClr val="tx1"/>
        </a:solidFill>
        <a:latin typeface="+mn-lt"/>
        <a:ea typeface="+mn-ea"/>
        <a:cs typeface="+mn-cs"/>
      </a:defRPr>
    </a:lvl7pPr>
    <a:lvl8pPr marL="4267566" algn="l" defTabSz="1219304" rtl="0" eaLnBrk="1" latinLnBrk="0" hangingPunct="1">
      <a:defRPr sz="1600" kern="1200">
        <a:solidFill>
          <a:schemeClr val="tx1"/>
        </a:solidFill>
        <a:latin typeface="+mn-lt"/>
        <a:ea typeface="+mn-ea"/>
        <a:cs typeface="+mn-cs"/>
      </a:defRPr>
    </a:lvl8pPr>
    <a:lvl9pPr marL="4877219" algn="l" defTabSz="1219304"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讲困难以及求助</a:t>
            </a:r>
            <a:endParaRPr lang="en-US" altLang="zh-CN" dirty="0"/>
          </a:p>
          <a:p>
            <a:endParaRPr lang="en-US" altLang="zh-CN" dirty="0"/>
          </a:p>
          <a:p>
            <a:pPr marL="342900" indent="-342900">
              <a:buAutoNum type="arabicPeriod"/>
            </a:pPr>
            <a:r>
              <a:rPr lang="zh-CN" altLang="en-US" dirty="0"/>
              <a:t>缺少知识库</a:t>
            </a:r>
            <a:r>
              <a:rPr lang="en-US" altLang="zh-CN" dirty="0"/>
              <a:t>/</a:t>
            </a:r>
            <a:r>
              <a:rPr lang="zh-CN" altLang="en-US" dirty="0"/>
              <a:t>模型</a:t>
            </a:r>
            <a:r>
              <a:rPr lang="en-US" altLang="zh-CN" dirty="0"/>
              <a:t>1M</a:t>
            </a:r>
            <a:r>
              <a:rPr lang="zh-CN" altLang="en-US" dirty="0"/>
              <a:t>上下文智商不高，设计部分当前</a:t>
            </a:r>
            <a:r>
              <a:rPr lang="en-US" altLang="zh-CN" dirty="0"/>
              <a:t>agent</a:t>
            </a:r>
            <a:r>
              <a:rPr lang="zh-CN" altLang="en-US" dirty="0"/>
              <a:t>无法很好兼顾 </a:t>
            </a:r>
            <a:r>
              <a:rPr lang="en-US" altLang="zh-CN" dirty="0"/>
              <a:t>-&gt; </a:t>
            </a:r>
            <a:r>
              <a:rPr lang="zh-CN" altLang="en-US" dirty="0"/>
              <a:t>构建推理领域知识库</a:t>
            </a:r>
            <a:endParaRPr lang="en-US" altLang="zh-CN" dirty="0"/>
          </a:p>
          <a:p>
            <a:pPr marL="342900" indent="-342900">
              <a:buAutoNum type="arabicPeriod"/>
            </a:pPr>
            <a:r>
              <a:rPr lang="zh-CN" altLang="en-US" dirty="0"/>
              <a:t>黄蓝协同存在断点</a:t>
            </a:r>
            <a:endParaRPr lang="en-US" altLang="zh-CN" dirty="0"/>
          </a:p>
          <a:p>
            <a:pPr marL="342900" indent="-342900">
              <a:buAutoNum type="arabicPeriod"/>
            </a:pPr>
            <a:endParaRPr lang="en-US" altLang="zh-CN" dirty="0"/>
          </a:p>
          <a:p>
            <a:pPr marL="342900" indent="-342900">
              <a:buAutoNum type="arabicPeriod"/>
            </a:pPr>
            <a:endParaRPr lang="en-US" altLang="zh-CN" dirty="0"/>
          </a:p>
          <a:p>
            <a:pPr marL="0" indent="0">
              <a:buNone/>
            </a:pPr>
            <a:r>
              <a:rPr lang="zh-CN" altLang="en-US" dirty="0"/>
              <a:t>效果：</a:t>
            </a:r>
            <a:r>
              <a:rPr lang="en-US" altLang="zh-CN" dirty="0"/>
              <a:t>1</a:t>
            </a:r>
            <a:endParaRPr lang="zh-CN" altLang="en-US" dirty="0"/>
          </a:p>
        </p:txBody>
      </p:sp>
      <p:sp>
        <p:nvSpPr>
          <p:cNvPr id="4" name="灯片编号占位符 3"/>
          <p:cNvSpPr>
            <a:spLocks noGrp="1"/>
          </p:cNvSpPr>
          <p:nvPr>
            <p:ph type="sldNum" sz="quarter" idx="5"/>
          </p:nvPr>
        </p:nvSpPr>
        <p:spPr/>
        <p:txBody>
          <a:bodyPr/>
          <a:lstStyle/>
          <a:p>
            <a:fld id="{F07326F3-4732-B74B-9C70-D0992466E499}" type="slidenum">
              <a:rPr lang="en-US" smtClean="0"/>
              <a:t>1</a:t>
            </a:fld>
            <a:endParaRPr lang="en-US"/>
          </a:p>
        </p:txBody>
      </p:sp>
    </p:spTree>
    <p:extLst>
      <p:ext uri="{BB962C8B-B14F-4D97-AF65-F5344CB8AC3E}">
        <p14:creationId xmlns:p14="http://schemas.microsoft.com/office/powerpoint/2010/main" val="29388659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从模型、框架、算子三个层面拆解推理开发工作流，底下三个部分讲每一种活动（设计、开发、测试）在推理</a:t>
            </a:r>
            <a:r>
              <a:rPr lang="en-US" altLang="zh-CN" dirty="0"/>
              <a:t>+</a:t>
            </a:r>
            <a:r>
              <a:rPr lang="zh-CN" altLang="en-US" dirty="0"/>
              <a:t>开源软件的特征以及</a:t>
            </a:r>
            <a:r>
              <a:rPr lang="en-US" altLang="zh-CN" dirty="0"/>
              <a:t>AI</a:t>
            </a:r>
            <a:r>
              <a:rPr lang="zh-CN" altLang="en-US" dirty="0"/>
              <a:t>能够协作的内容？（测试讲开发者测试和社区用例看护以及</a:t>
            </a:r>
            <a:r>
              <a:rPr lang="en-US" altLang="zh-CN" dirty="0" err="1"/>
              <a:t>dfx</a:t>
            </a:r>
            <a:r>
              <a:rPr lang="zh-CN" altLang="en-US" dirty="0"/>
              <a:t>可维可测）</a:t>
            </a:r>
            <a:endParaRPr lang="en-US" altLang="zh-CN" dirty="0"/>
          </a:p>
          <a:p>
            <a:endParaRPr lang="en-US" altLang="zh-CN" dirty="0"/>
          </a:p>
          <a:p>
            <a:r>
              <a:rPr lang="zh-CN" altLang="en-US" dirty="0"/>
              <a:t>需不需要表现性能分析到重新设计的这种迭代的工作流</a:t>
            </a:r>
            <a:r>
              <a:rPr lang="en-US" altLang="zh-CN" dirty="0"/>
              <a:t>?</a:t>
            </a:r>
          </a:p>
          <a:p>
            <a:pPr marL="342900" indent="-342900">
              <a:buAutoNum type="arabicPeriod"/>
            </a:pPr>
            <a:r>
              <a:rPr lang="zh-CN" altLang="en-US" dirty="0"/>
              <a:t>推理系统复杂，方案设计需要多团队协作，当前以人为主</a:t>
            </a:r>
            <a:endParaRPr lang="en-US" altLang="zh-CN" dirty="0"/>
          </a:p>
          <a:p>
            <a:pPr marL="342900" indent="-342900">
              <a:buAutoNum type="arabicPeriod"/>
            </a:pPr>
            <a:r>
              <a:rPr lang="zh-CN" altLang="en-US" dirty="0"/>
              <a:t>开发部分</a:t>
            </a:r>
            <a:r>
              <a:rPr lang="en-US" altLang="zh-CN" dirty="0"/>
              <a:t>Agent+</a:t>
            </a:r>
            <a:r>
              <a:rPr lang="zh-CN" altLang="en-US" dirty="0"/>
              <a:t>人共同完成，简单特性</a:t>
            </a:r>
            <a:r>
              <a:rPr lang="en-US" altLang="zh-CN" dirty="0"/>
              <a:t>Agent</a:t>
            </a:r>
            <a:r>
              <a:rPr lang="zh-CN" altLang="en-US" dirty="0"/>
              <a:t>开发人审核，复杂特性人给方案</a:t>
            </a:r>
            <a:r>
              <a:rPr lang="en-US" altLang="zh-CN" dirty="0"/>
              <a:t>agent</a:t>
            </a:r>
            <a:r>
              <a:rPr lang="zh-CN" altLang="en-US" dirty="0"/>
              <a:t>开发</a:t>
            </a:r>
            <a:endParaRPr lang="en-US" altLang="zh-CN" dirty="0"/>
          </a:p>
          <a:p>
            <a:pPr marL="342900" indent="-342900">
              <a:buAutoNum type="arabicPeriod"/>
            </a:pPr>
            <a:r>
              <a:rPr lang="zh-CN" altLang="en-US" dirty="0"/>
              <a:t>测试</a:t>
            </a:r>
            <a:r>
              <a:rPr lang="en-US" altLang="zh-CN" dirty="0"/>
              <a:t>/</a:t>
            </a:r>
            <a:r>
              <a:rPr lang="zh-CN" altLang="en-US" dirty="0"/>
              <a:t>性能数据摸测</a:t>
            </a:r>
            <a:r>
              <a:rPr lang="en-US" altLang="zh-CN" dirty="0"/>
              <a:t>/</a:t>
            </a:r>
            <a:r>
              <a:rPr lang="en-US" altLang="zh-CN" dirty="0" err="1"/>
              <a:t>pr</a:t>
            </a:r>
            <a:r>
              <a:rPr lang="en-US" altLang="zh-CN" dirty="0"/>
              <a:t> review/</a:t>
            </a:r>
            <a:r>
              <a:rPr lang="zh-CN" altLang="en-US" dirty="0"/>
              <a:t>社区维护引入</a:t>
            </a:r>
            <a:r>
              <a:rPr lang="en-US" altLang="zh-CN" dirty="0"/>
              <a:t>Agent</a:t>
            </a:r>
          </a:p>
          <a:p>
            <a:pPr marL="342900" indent="-342900">
              <a:buAutoNum type="arabicPeriod"/>
            </a:pPr>
            <a:endParaRPr lang="en-US" altLang="zh-CN" dirty="0"/>
          </a:p>
          <a:p>
            <a:pPr marL="0" indent="0">
              <a:buNone/>
            </a:pPr>
            <a:r>
              <a:rPr lang="zh-CN" altLang="en-US" dirty="0"/>
              <a:t>为了高效实现</a:t>
            </a:r>
            <a:r>
              <a:rPr lang="en-US" altLang="zh-CN" dirty="0"/>
              <a:t>xxx</a:t>
            </a:r>
            <a:r>
              <a:rPr lang="zh-CN" altLang="en-US" dirty="0"/>
              <a:t>业务目标，通过</a:t>
            </a:r>
            <a:r>
              <a:rPr lang="en-US" altLang="zh-CN" dirty="0"/>
              <a:t>xxx</a:t>
            </a:r>
            <a:r>
              <a:rPr lang="zh-CN" altLang="en-US" dirty="0"/>
              <a:t>手段，达成</a:t>
            </a:r>
            <a:r>
              <a:rPr lang="en-US" altLang="zh-CN" dirty="0" err="1"/>
              <a:t>xxxx</a:t>
            </a:r>
            <a:endParaRPr lang="en-US" altLang="zh-CN" dirty="0"/>
          </a:p>
          <a:p>
            <a:pPr marL="0" indent="0">
              <a:buNone/>
            </a:pPr>
            <a:endParaRPr lang="en-US" altLang="zh-CN" dirty="0"/>
          </a:p>
          <a:p>
            <a:pPr marL="0" indent="0">
              <a:buNone/>
            </a:pPr>
            <a:r>
              <a:rPr lang="zh-CN" altLang="en-US" dirty="0"/>
              <a:t>发挥较好</a:t>
            </a:r>
            <a:endParaRPr lang="en-US" altLang="zh-CN" dirty="0"/>
          </a:p>
          <a:p>
            <a:pPr marL="0" indent="0">
              <a:buNone/>
            </a:pPr>
            <a:r>
              <a:rPr lang="zh-CN" altLang="en-US" dirty="0"/>
              <a:t>一定场景下</a:t>
            </a:r>
            <a:endParaRPr lang="en-US" altLang="zh-CN" dirty="0"/>
          </a:p>
          <a:p>
            <a:pPr marL="0" indent="0">
              <a:buNone/>
            </a:pPr>
            <a:r>
              <a:rPr lang="zh-CN" altLang="en-US" dirty="0"/>
              <a:t>短期不好突破</a:t>
            </a:r>
            <a:endParaRPr lang="en-US" altLang="zh-CN" dirty="0"/>
          </a:p>
          <a:p>
            <a:pPr marL="0" indent="0">
              <a:buNone/>
            </a:pPr>
            <a:endParaRPr lang="en-US" altLang="zh-CN" dirty="0"/>
          </a:p>
          <a:p>
            <a:pPr marL="0" indent="0">
              <a:buNone/>
            </a:pPr>
            <a:endParaRPr lang="en-US" altLang="zh-CN" dirty="0"/>
          </a:p>
          <a:p>
            <a:pPr marL="0" indent="0">
              <a:buNone/>
            </a:pPr>
            <a:r>
              <a:rPr lang="zh-CN" altLang="en-US" dirty="0"/>
              <a:t>已发挥</a:t>
            </a:r>
            <a:endParaRPr lang="en-US" altLang="zh-CN" dirty="0"/>
          </a:p>
          <a:p>
            <a:pPr marL="0" indent="0">
              <a:buNone/>
            </a:pPr>
            <a:r>
              <a:rPr lang="zh-CN" altLang="en-US" dirty="0"/>
              <a:t>受限发挥</a:t>
            </a:r>
            <a:endParaRPr lang="en-US" altLang="zh-CN" dirty="0"/>
          </a:p>
          <a:p>
            <a:pPr marL="0" indent="0">
              <a:buNone/>
            </a:pPr>
            <a:endParaRPr lang="en-US" altLang="zh-CN" dirty="0"/>
          </a:p>
          <a:p>
            <a:pPr marL="0" indent="0">
              <a:buNone/>
            </a:pPr>
            <a:r>
              <a:rPr lang="zh-CN" altLang="en-US" dirty="0"/>
              <a:t>总结：</a:t>
            </a:r>
            <a:endParaRPr lang="en-US" altLang="zh-CN" dirty="0"/>
          </a:p>
          <a:p>
            <a:pPr marL="0" indent="0">
              <a:buNone/>
            </a:pPr>
            <a:r>
              <a:rPr lang="zh-CN" altLang="en-US" dirty="0"/>
              <a:t>已使用</a:t>
            </a:r>
            <a:r>
              <a:rPr lang="en-US" altLang="zh-CN" dirty="0"/>
              <a:t>agent</a:t>
            </a:r>
            <a:r>
              <a:rPr lang="zh-CN" altLang="en-US" dirty="0"/>
              <a:t>对推理</a:t>
            </a:r>
            <a:r>
              <a:rPr lang="en-US" altLang="zh-CN" dirty="0"/>
              <a:t>xxx</a:t>
            </a:r>
            <a:r>
              <a:rPr lang="zh-CN" altLang="en-US" dirty="0"/>
              <a:t>环节进行分析，对</a:t>
            </a:r>
            <a:r>
              <a:rPr lang="en-US" altLang="zh-CN" dirty="0" err="1"/>
              <a:t>xxxx</a:t>
            </a:r>
            <a:r>
              <a:rPr lang="zh-CN" altLang="en-US" dirty="0"/>
              <a:t>流程进行了</a:t>
            </a:r>
            <a:endParaRPr lang="en-US" altLang="zh-CN" dirty="0"/>
          </a:p>
          <a:p>
            <a:pPr marL="0" indent="0">
              <a:buNone/>
            </a:pPr>
            <a:endParaRPr lang="en-US" altLang="zh-CN" dirty="0"/>
          </a:p>
          <a:p>
            <a:pPr marL="0" indent="0">
              <a:buNone/>
            </a:pPr>
            <a:endParaRPr lang="en-US" altLang="zh-CN" dirty="0"/>
          </a:p>
          <a:p>
            <a:pPr marL="0" indent="0">
              <a:buNone/>
            </a:pPr>
            <a:r>
              <a:rPr lang="zh-CN" altLang="en-US" dirty="0"/>
              <a:t>对硬件强相关</a:t>
            </a:r>
            <a:r>
              <a:rPr lang="en-US" altLang="zh-CN" dirty="0"/>
              <a:t>/</a:t>
            </a:r>
            <a:r>
              <a:rPr lang="zh-CN" altLang="en-US" dirty="0"/>
              <a:t>输入输出不明确</a:t>
            </a:r>
            <a:endParaRPr lang="en-US" altLang="zh-CN" dirty="0"/>
          </a:p>
          <a:p>
            <a:pPr marL="0" indent="0">
              <a:buNone/>
            </a:pPr>
            <a:endParaRPr lang="en-US" altLang="zh-CN" dirty="0"/>
          </a:p>
          <a:p>
            <a:pPr marL="0" indent="0">
              <a:buNone/>
            </a:pPr>
            <a:r>
              <a:rPr lang="zh-CN" altLang="en-US" dirty="0"/>
              <a:t>目标和进展各一句话</a:t>
            </a:r>
            <a:endParaRPr lang="en-US" altLang="zh-CN" dirty="0"/>
          </a:p>
          <a:p>
            <a:pPr marL="0" indent="0">
              <a:buNone/>
            </a:pPr>
            <a:r>
              <a:rPr lang="zh-CN" altLang="en-US" dirty="0"/>
              <a:t>目标：围绕推理典型作业流程，通过</a:t>
            </a:r>
            <a:r>
              <a:rPr lang="en-US" altLang="zh-CN" dirty="0"/>
              <a:t>agent</a:t>
            </a:r>
            <a:r>
              <a:rPr lang="zh-CN" altLang="en-US" dirty="0"/>
              <a:t>流程重塑流程和生产效率</a:t>
            </a:r>
            <a:endParaRPr lang="en-US" altLang="zh-CN" dirty="0"/>
          </a:p>
          <a:p>
            <a:pPr marL="0" indent="0">
              <a:buNone/>
            </a:pPr>
            <a:endParaRPr lang="en-US" altLang="zh-CN" dirty="0"/>
          </a:p>
          <a:p>
            <a:pPr marL="0" indent="0">
              <a:buNone/>
            </a:pPr>
            <a:r>
              <a:rPr lang="en-US" altLang="zh-CN" dirty="0"/>
              <a:t>Profiling</a:t>
            </a:r>
            <a:r>
              <a:rPr lang="zh-CN" altLang="en-US" dirty="0"/>
              <a:t>放设计</a:t>
            </a:r>
            <a:endParaRPr lang="en-US" altLang="zh-CN" dirty="0"/>
          </a:p>
          <a:p>
            <a:pPr marL="0" indent="0">
              <a:buNone/>
            </a:pPr>
            <a:endParaRPr lang="en-US" altLang="zh-CN" dirty="0"/>
          </a:p>
          <a:p>
            <a:pPr marL="0" indent="0">
              <a:buNone/>
            </a:pPr>
            <a:r>
              <a:rPr lang="zh-CN" altLang="en-US" dirty="0"/>
              <a:t>方案设计</a:t>
            </a:r>
            <a:r>
              <a:rPr lang="en-US" altLang="zh-CN" dirty="0"/>
              <a:t>-&gt;</a:t>
            </a:r>
            <a:r>
              <a:rPr lang="zh-CN" altLang="en-US" dirty="0"/>
              <a:t>模型量化</a:t>
            </a:r>
            <a:r>
              <a:rPr lang="en-US" altLang="zh-CN" dirty="0"/>
              <a:t>-&gt;</a:t>
            </a:r>
            <a:r>
              <a:rPr lang="zh-CN" altLang="en-US" dirty="0"/>
              <a:t>性能优化</a:t>
            </a:r>
            <a:r>
              <a:rPr lang="en-US" altLang="zh-CN" dirty="0"/>
              <a:t>-&gt;</a:t>
            </a:r>
            <a:r>
              <a:rPr lang="zh-CN" altLang="en-US" dirty="0"/>
              <a:t>精度对齐</a:t>
            </a:r>
            <a:r>
              <a:rPr lang="en-US" altLang="zh-CN" dirty="0"/>
              <a:t>-&gt;</a:t>
            </a:r>
            <a:r>
              <a:rPr lang="zh-CN" altLang="en-US" dirty="0"/>
              <a:t>推理测评</a:t>
            </a:r>
            <a:r>
              <a:rPr lang="en-US" altLang="zh-CN" dirty="0"/>
              <a:t>-&gt;</a:t>
            </a:r>
            <a:r>
              <a:rPr lang="zh-CN" altLang="en-US" dirty="0"/>
              <a:t>安装部署</a:t>
            </a:r>
            <a:r>
              <a:rPr lang="en-US" altLang="zh-CN" dirty="0"/>
              <a:t>-&gt;</a:t>
            </a:r>
            <a:r>
              <a:rPr lang="zh-CN" altLang="en-US" dirty="0"/>
              <a:t>代码上库</a:t>
            </a:r>
            <a:r>
              <a:rPr lang="en-US" altLang="zh-CN" dirty="0"/>
              <a:t>-&gt;</a:t>
            </a:r>
            <a:r>
              <a:rPr lang="zh-CN" altLang="en-US" dirty="0"/>
              <a:t>社区运营</a:t>
            </a:r>
            <a:endParaRPr lang="en-US" altLang="zh-CN" dirty="0"/>
          </a:p>
          <a:p>
            <a:pPr marL="0" indent="0">
              <a:buNone/>
            </a:pPr>
            <a:endParaRPr lang="en-US" altLang="zh-CN" dirty="0"/>
          </a:p>
          <a:p>
            <a:pPr marL="0" indent="0">
              <a:buNone/>
            </a:pPr>
            <a:r>
              <a:rPr lang="zh-CN" altLang="en-US" dirty="0"/>
              <a:t>精度对齐：必现有标杆</a:t>
            </a:r>
            <a:endParaRPr lang="en-US" altLang="zh-CN" dirty="0"/>
          </a:p>
          <a:p>
            <a:pPr marL="0" indent="0">
              <a:buNone/>
            </a:pPr>
            <a:endParaRPr lang="en-US" altLang="zh-CN" dirty="0"/>
          </a:p>
          <a:p>
            <a:pPr marL="0" indent="0">
              <a:buNone/>
            </a:pPr>
            <a:r>
              <a:rPr lang="zh-CN" altLang="en-US" dirty="0"/>
              <a:t>简单干脆的结论</a:t>
            </a:r>
            <a:endParaRPr lang="en-US" altLang="zh-CN" dirty="0"/>
          </a:p>
          <a:p>
            <a:pPr marL="0" indent="0">
              <a:buNone/>
            </a:pPr>
            <a:endParaRPr lang="en-US" altLang="zh-CN" dirty="0"/>
          </a:p>
          <a:p>
            <a:pPr marL="0" indent="0">
              <a:buNone/>
            </a:pPr>
            <a:r>
              <a:rPr lang="zh-CN" altLang="en-US" dirty="0"/>
              <a:t>能搞定能解决的写提效比例</a:t>
            </a:r>
            <a:endParaRPr lang="en-US" altLang="zh-CN" dirty="0"/>
          </a:p>
          <a:p>
            <a:pPr marL="0" indent="0">
              <a:buNone/>
            </a:pPr>
            <a:endParaRPr lang="en-US" altLang="zh-CN" dirty="0"/>
          </a:p>
          <a:p>
            <a:pPr marL="0" indent="0">
              <a:buNone/>
            </a:pPr>
            <a:r>
              <a:rPr lang="en-US" altLang="zh-CN" dirty="0"/>
              <a:t>Agent</a:t>
            </a:r>
            <a:r>
              <a:rPr lang="zh-CN" altLang="en-US" dirty="0"/>
              <a:t>调度极光的</a:t>
            </a:r>
            <a:r>
              <a:rPr lang="en-US" altLang="zh-CN" dirty="0"/>
              <a:t>-&gt;</a:t>
            </a:r>
            <a:r>
              <a:rPr lang="zh-CN" altLang="en-US" dirty="0"/>
              <a:t>极光提供</a:t>
            </a:r>
            <a:r>
              <a:rPr lang="en-US" altLang="zh-CN" dirty="0"/>
              <a:t>CLI</a:t>
            </a:r>
            <a:r>
              <a:rPr lang="zh-CN" altLang="en-US" dirty="0"/>
              <a:t>接口</a:t>
            </a:r>
            <a:endParaRPr lang="en-US" altLang="zh-CN" dirty="0"/>
          </a:p>
          <a:p>
            <a:pPr marL="0" indent="0">
              <a:buNone/>
            </a:pPr>
            <a:endParaRPr lang="en-US" altLang="zh-CN" dirty="0"/>
          </a:p>
          <a:p>
            <a:pPr marL="0" indent="0">
              <a:buNone/>
            </a:pPr>
            <a:r>
              <a:rPr lang="zh-CN" altLang="en-US" dirty="0"/>
              <a:t>中等经验能搞定才算搞定</a:t>
            </a:r>
            <a:endParaRPr lang="en-US" altLang="zh-CN" dirty="0"/>
          </a:p>
          <a:p>
            <a:pPr marL="0" indent="0">
              <a:buNone/>
            </a:pPr>
            <a:endParaRPr lang="en-US" altLang="zh-CN" dirty="0"/>
          </a:p>
          <a:p>
            <a:pPr marL="0" indent="0">
              <a:buNone/>
            </a:pPr>
            <a:r>
              <a:rPr lang="zh-CN" altLang="en-US" dirty="0"/>
              <a:t>不要写原则写实例化：新硬件</a:t>
            </a:r>
            <a:r>
              <a:rPr lang="en-US" altLang="zh-CN" dirty="0"/>
              <a:t>/</a:t>
            </a:r>
            <a:r>
              <a:rPr lang="zh-CN" altLang="en-US" dirty="0"/>
              <a:t>相关资料保密</a:t>
            </a:r>
            <a:r>
              <a:rPr lang="en-US" altLang="zh-CN" dirty="0"/>
              <a:t>/</a:t>
            </a:r>
            <a:r>
              <a:rPr lang="zh-CN" altLang="en-US" dirty="0"/>
              <a:t>单次模型结构变化，提供关键字</a:t>
            </a:r>
            <a:endParaRPr lang="en-US" altLang="zh-CN" dirty="0"/>
          </a:p>
          <a:p>
            <a:pPr marL="0" indent="0">
              <a:buNone/>
            </a:pPr>
            <a:endParaRPr lang="en-US" altLang="zh-CN" dirty="0"/>
          </a:p>
          <a:p>
            <a:pPr marL="0" indent="0">
              <a:buNone/>
            </a:pPr>
            <a:endParaRPr lang="en-US" altLang="zh-CN" dirty="0"/>
          </a:p>
          <a:p>
            <a:pPr marL="0" marR="0" lvl="0" indent="0" algn="l" defTabSz="1187450" rtl="0" eaLnBrk="1" fontAlgn="auto" latinLnBrk="0" hangingPunct="1">
              <a:lnSpc>
                <a:spcPct val="100000"/>
              </a:lnSpc>
              <a:spcBef>
                <a:spcPts val="0"/>
              </a:spcBef>
              <a:spcAft>
                <a:spcPts val="0"/>
              </a:spcAft>
              <a:buClrTx/>
              <a:buSzTx/>
              <a:buFontTx/>
              <a:buNone/>
              <a:tabLst/>
              <a:defRPr/>
            </a:pPr>
            <a:r>
              <a:rPr lang="zh-CN" altLang="en-US" dirty="0"/>
              <a:t>模型结构分析</a:t>
            </a:r>
            <a:r>
              <a:rPr lang="en-US" altLang="zh-CN" dirty="0"/>
              <a:t>-&gt;</a:t>
            </a:r>
            <a:r>
              <a:rPr lang="zh-CN" altLang="en-US" dirty="0"/>
              <a:t>优化特性设计和实现（量化压缩、框架特性、融合算子）</a:t>
            </a:r>
            <a:r>
              <a:rPr lang="en-US" altLang="zh-CN" dirty="0"/>
              <a:t>-&gt;</a:t>
            </a:r>
            <a:r>
              <a:rPr lang="zh-CN" altLang="en-US" dirty="0"/>
              <a:t>精度对齐</a:t>
            </a:r>
            <a:r>
              <a:rPr lang="en-US" altLang="zh-CN" dirty="0"/>
              <a:t>-&gt;</a:t>
            </a:r>
            <a:r>
              <a:rPr lang="zh-CN" altLang="en-US" dirty="0"/>
              <a:t>模型性能配置寻优</a:t>
            </a:r>
            <a:r>
              <a:rPr lang="en-US" altLang="zh-CN" dirty="0"/>
              <a:t>-&gt;</a:t>
            </a:r>
            <a:r>
              <a:rPr lang="zh-CN" altLang="en-US" dirty="0"/>
              <a:t>推理测评</a:t>
            </a:r>
            <a:r>
              <a:rPr lang="en-US" altLang="zh-CN" dirty="0"/>
              <a:t>-&gt;</a:t>
            </a:r>
            <a:r>
              <a:rPr lang="zh-CN" altLang="en-US" dirty="0"/>
              <a:t>安装部署</a:t>
            </a:r>
            <a:r>
              <a:rPr lang="en-US" altLang="zh-CN" dirty="0"/>
              <a:t>-&gt;</a:t>
            </a:r>
            <a:r>
              <a:rPr lang="zh-CN" altLang="en-US" dirty="0"/>
              <a:t>代码上库</a:t>
            </a:r>
            <a:r>
              <a:rPr lang="en-US" altLang="zh-CN" dirty="0"/>
              <a:t>-&gt;</a:t>
            </a:r>
            <a:r>
              <a:rPr lang="zh-CN" altLang="en-US" sz="1200" kern="1200" dirty="0">
                <a:solidFill>
                  <a:schemeClr val="tx1"/>
                </a:solidFill>
                <a:latin typeface="+mn-lt"/>
                <a:ea typeface="+mn-ea"/>
                <a:cs typeface="+mn-cs"/>
              </a:rPr>
              <a:t>社区运营</a:t>
            </a:r>
            <a:endParaRPr lang="en-US" altLang="zh-CN" sz="1200" kern="1200" dirty="0">
              <a:solidFill>
                <a:schemeClr val="tx1"/>
              </a:solidFill>
              <a:latin typeface="+mn-lt"/>
              <a:ea typeface="+mn-ea"/>
              <a:cs typeface="+mn-cs"/>
            </a:endParaRPr>
          </a:p>
          <a:p>
            <a:pPr marL="0" indent="0">
              <a:buNone/>
            </a:pPr>
            <a:endParaRPr lang="zh-CN" altLang="en-US" dirty="0"/>
          </a:p>
        </p:txBody>
      </p:sp>
      <p:sp>
        <p:nvSpPr>
          <p:cNvPr id="4" name="灯片编号占位符 3"/>
          <p:cNvSpPr>
            <a:spLocks noGrp="1"/>
          </p:cNvSpPr>
          <p:nvPr>
            <p:ph type="sldNum" sz="quarter" idx="5"/>
          </p:nvPr>
        </p:nvSpPr>
        <p:spPr/>
        <p:txBody>
          <a:bodyPr/>
          <a:lstStyle/>
          <a:p>
            <a:fld id="{F07326F3-4732-B74B-9C70-D0992466E499}" type="slidenum">
              <a:rPr lang="en-US" smtClean="0"/>
              <a:t>2</a:t>
            </a:fld>
            <a:endParaRPr lang="en-US"/>
          </a:p>
        </p:txBody>
      </p:sp>
    </p:spTree>
    <p:extLst>
      <p:ext uri="{BB962C8B-B14F-4D97-AF65-F5344CB8AC3E}">
        <p14:creationId xmlns:p14="http://schemas.microsoft.com/office/powerpoint/2010/main" val="198050933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9.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slideMaster" Target="../slideMasters/slideMaster9.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探索">
    <p:bg>
      <p:bgPr>
        <a:solidFill>
          <a:srgbClr val="FFFFFF"/>
        </a:solidFill>
        <a:effectLst/>
      </p:bgPr>
    </p:bg>
    <p:spTree>
      <p:nvGrpSpPr>
        <p:cNvPr id="1" name=""/>
        <p:cNvGrpSpPr/>
        <p:nvPr/>
      </p:nvGrpSpPr>
      <p:grpSpPr>
        <a:xfrm>
          <a:off x="0" y="0"/>
          <a:ext cx="0" cy="0"/>
          <a:chOff x="0" y="0"/>
          <a:chExt cx="0" cy="0"/>
        </a:xfrm>
      </p:grpSpPr>
      <p:pic>
        <p:nvPicPr>
          <p:cNvPr id="11" name="图片 10"/>
          <p:cNvPicPr>
            <a:picLocks noChangeAspect="1"/>
          </p:cNvPicPr>
          <p:nvPr userDrawn="1"/>
        </p:nvPicPr>
        <p:blipFill rotWithShape="1">
          <a:blip r:embed="rId2">
            <a:extLst>
              <a:ext uri="{28A0092B-C50C-407E-A947-70E740481C1C}">
                <a14:useLocalDpi xmlns:a14="http://schemas.microsoft.com/office/drawing/2010/main" val="0"/>
              </a:ext>
            </a:extLst>
          </a:blip>
          <a:srcRect b="18667"/>
          <a:stretch/>
        </p:blipFill>
        <p:spPr>
          <a:xfrm>
            <a:off x="0" y="0"/>
            <a:ext cx="12206140" cy="5594695"/>
          </a:xfrm>
          <a:prstGeom prst="rect">
            <a:avLst/>
          </a:prstGeom>
        </p:spPr>
      </p:pic>
      <p:sp>
        <p:nvSpPr>
          <p:cNvPr id="7" name="L 形 6"/>
          <p:cNvSpPr/>
          <p:nvPr userDrawn="1"/>
        </p:nvSpPr>
        <p:spPr>
          <a:xfrm rot="5400000">
            <a:off x="7853942" y="2130562"/>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10" name="Title 1">
            <a:extLst>
              <a:ext uri="{FF2B5EF4-FFF2-40B4-BE49-F238E27FC236}">
                <a16:creationId xmlns:a16="http://schemas.microsoft.com/office/drawing/2014/main" id="{8227DEE9-8BE9-0D49-BF96-9E83C5312E00}"/>
              </a:ext>
            </a:extLst>
          </p:cNvPr>
          <p:cNvSpPr>
            <a:spLocks noGrp="1"/>
          </p:cNvSpPr>
          <p:nvPr>
            <p:ph type="ctrTitle" hasCustomPrompt="1"/>
          </p:nvPr>
        </p:nvSpPr>
        <p:spPr>
          <a:xfrm>
            <a:off x="898996" y="907092"/>
            <a:ext cx="6559809" cy="690255"/>
          </a:xfrm>
          <a:prstGeom prst="rect">
            <a:avLst/>
          </a:prstGeom>
          <a:ln>
            <a:noFill/>
            <a:prstDash val="dash"/>
          </a:ln>
        </p:spPr>
        <p:txBody>
          <a:bodyPr lIns="0" tIns="0" rIns="0" bIns="0" anchor="t">
            <a:normAutofit/>
          </a:bodyPr>
          <a:lstStyle>
            <a:lvl1pPr algn="l">
              <a:defRPr sz="3200" b="0" i="0">
                <a:solidFill>
                  <a:schemeClr val="tx1"/>
                </a:solidFill>
                <a:latin typeface="Microsoft YaHei" panose="020B0503020204020204" pitchFamily="34" charset="-122"/>
                <a:ea typeface="Microsoft YaHei" panose="020B0503020204020204" pitchFamily="34" charset="-122"/>
              </a:defRPr>
            </a:lvl1pPr>
          </a:lstStyle>
          <a:p>
            <a:r>
              <a:rPr lang="zh-CN" altLang="en-US" dirty="0"/>
              <a:t>单击此处添加标题</a:t>
            </a:r>
            <a:endParaRPr lang="en-US" dirty="0"/>
          </a:p>
        </p:txBody>
      </p:sp>
      <p:sp>
        <p:nvSpPr>
          <p:cNvPr id="6" name="Text Placeholder 5">
            <a:extLst>
              <a:ext uri="{FF2B5EF4-FFF2-40B4-BE49-F238E27FC236}">
                <a16:creationId xmlns:a16="http://schemas.microsoft.com/office/drawing/2014/main" id="{2F43DA98-D48D-6947-95EF-BA3B05E68822}"/>
              </a:ext>
            </a:extLst>
          </p:cNvPr>
          <p:cNvSpPr>
            <a:spLocks noGrp="1"/>
          </p:cNvSpPr>
          <p:nvPr>
            <p:ph type="body" sz="quarter" idx="10" hasCustomPrompt="1"/>
          </p:nvPr>
        </p:nvSpPr>
        <p:spPr>
          <a:xfrm>
            <a:off x="929260" y="1949372"/>
            <a:ext cx="6535842" cy="643926"/>
          </a:xfrm>
          <a:prstGeom prst="rect">
            <a:avLst/>
          </a:prstGeom>
        </p:spPr>
        <p:txBody>
          <a:bodyPr lIns="0" tIns="0" rIns="0" bIns="0"/>
          <a:lstStyle>
            <a:lvl1pPr>
              <a:defRPr sz="1400">
                <a:solidFill>
                  <a:schemeClr val="tx1"/>
                </a:solidFill>
              </a:defRPr>
            </a:lvl1pPr>
          </a:lstStyle>
          <a:p>
            <a:pPr lvl="0"/>
            <a:r>
              <a:rPr lang="zh-CN" altLang="en-US" dirty="0"/>
              <a:t>单击此处添加文本</a:t>
            </a:r>
            <a:endParaRPr lang="en-US" dirty="0"/>
          </a:p>
        </p:txBody>
      </p:sp>
      <p:sp>
        <p:nvSpPr>
          <p:cNvPr id="9" name="Text Placeholder 5">
            <a:extLst>
              <a:ext uri="{FF2B5EF4-FFF2-40B4-BE49-F238E27FC236}">
                <a16:creationId xmlns:a16="http://schemas.microsoft.com/office/drawing/2014/main" id="{52F8733E-C4C9-8D4D-8DDA-CAB265AC05A0}"/>
              </a:ext>
            </a:extLst>
          </p:cNvPr>
          <p:cNvSpPr>
            <a:spLocks noGrp="1"/>
          </p:cNvSpPr>
          <p:nvPr>
            <p:ph type="body" sz="quarter" idx="11"/>
          </p:nvPr>
        </p:nvSpPr>
        <p:spPr>
          <a:xfrm>
            <a:off x="913588" y="6227190"/>
            <a:ext cx="1617170" cy="322753"/>
          </a:xfrm>
          <a:prstGeom prst="rect">
            <a:avLst/>
          </a:prstGeom>
        </p:spPr>
        <p:txBody>
          <a:bodyPr lIns="0" tIns="0" rIns="0" bIns="0"/>
          <a:lstStyle>
            <a:lvl1pPr>
              <a:defRPr sz="900">
                <a:solidFill>
                  <a:schemeClr val="tx1"/>
                </a:solidFill>
              </a:defRPr>
            </a:lvl1pPr>
          </a:lstStyle>
          <a:p>
            <a:pPr lvl="0"/>
            <a:r>
              <a:rPr lang="zh-CN" altLang="en-US"/>
              <a:t>单击此处编辑母版文本样式</a:t>
            </a:r>
          </a:p>
        </p:txBody>
      </p:sp>
    </p:spTree>
    <p:extLst>
      <p:ext uri="{BB962C8B-B14F-4D97-AF65-F5344CB8AC3E}">
        <p14:creationId xmlns:p14="http://schemas.microsoft.com/office/powerpoint/2010/main" val="1651949536"/>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智能">
    <p:bg>
      <p:bgPr>
        <a:solidFill>
          <a:srgbClr val="FFFFFF"/>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a:extLst>
              <a:ext uri="{28A0092B-C50C-407E-A947-70E740481C1C}">
                <a14:useLocalDpi xmlns:a14="http://schemas.microsoft.com/office/drawing/2010/main" val="0"/>
              </a:ext>
            </a:extLst>
          </a:blip>
          <a:srcRect b="18604"/>
          <a:stretch/>
        </p:blipFill>
        <p:spPr>
          <a:xfrm>
            <a:off x="0" y="375"/>
            <a:ext cx="12197432" cy="5599236"/>
          </a:xfrm>
          <a:prstGeom prst="rect">
            <a:avLst/>
          </a:prstGeom>
        </p:spPr>
      </p:pic>
      <p:sp>
        <p:nvSpPr>
          <p:cNvPr id="8" name="Title 1">
            <a:extLst>
              <a:ext uri="{FF2B5EF4-FFF2-40B4-BE49-F238E27FC236}">
                <a16:creationId xmlns:a16="http://schemas.microsoft.com/office/drawing/2014/main" id="{62AA4863-E1EF-3342-A8CB-ECD4FD06CEB7}"/>
              </a:ext>
            </a:extLst>
          </p:cNvPr>
          <p:cNvSpPr>
            <a:spLocks noGrp="1"/>
          </p:cNvSpPr>
          <p:nvPr>
            <p:ph type="ctrTitle" hasCustomPrompt="1"/>
          </p:nvPr>
        </p:nvSpPr>
        <p:spPr>
          <a:xfrm>
            <a:off x="898996" y="907092"/>
            <a:ext cx="6559809" cy="690255"/>
          </a:xfrm>
          <a:prstGeom prst="rect">
            <a:avLst/>
          </a:prstGeom>
        </p:spPr>
        <p:txBody>
          <a:bodyPr lIns="0" tIns="0" rIns="0" bIns="0" anchor="t">
            <a:normAutofit/>
          </a:bodyPr>
          <a:lstStyle>
            <a:lvl1pPr algn="l">
              <a:defRPr sz="3200" b="0" i="0">
                <a:solidFill>
                  <a:schemeClr val="tx1"/>
                </a:solidFill>
                <a:latin typeface="Microsoft YaHei" panose="020B0503020204020204" pitchFamily="34" charset="-122"/>
                <a:ea typeface="Microsoft YaHei" panose="020B0503020204020204" pitchFamily="34" charset="-122"/>
              </a:defRPr>
            </a:lvl1pPr>
          </a:lstStyle>
          <a:p>
            <a:r>
              <a:rPr lang="zh-CN" altLang="en-US" dirty="0"/>
              <a:t>单击此处添加标题</a:t>
            </a:r>
            <a:endParaRPr lang="en-US" dirty="0"/>
          </a:p>
        </p:txBody>
      </p:sp>
      <p:sp>
        <p:nvSpPr>
          <p:cNvPr id="5" name="Text Placeholder 5">
            <a:extLst>
              <a:ext uri="{FF2B5EF4-FFF2-40B4-BE49-F238E27FC236}">
                <a16:creationId xmlns:a16="http://schemas.microsoft.com/office/drawing/2014/main" id="{195303EA-8491-464F-99A0-67F948701C12}"/>
              </a:ext>
            </a:extLst>
          </p:cNvPr>
          <p:cNvSpPr>
            <a:spLocks noGrp="1"/>
          </p:cNvSpPr>
          <p:nvPr>
            <p:ph type="body" sz="quarter" idx="10" hasCustomPrompt="1"/>
          </p:nvPr>
        </p:nvSpPr>
        <p:spPr>
          <a:xfrm>
            <a:off x="929260" y="1949372"/>
            <a:ext cx="4128162" cy="643926"/>
          </a:xfrm>
          <a:prstGeom prst="rect">
            <a:avLst/>
          </a:prstGeom>
        </p:spPr>
        <p:txBody>
          <a:bodyPr lIns="0" tIns="0" rIns="0" bIns="0"/>
          <a:lstStyle>
            <a:lvl1pPr>
              <a:defRPr sz="1400">
                <a:solidFill>
                  <a:schemeClr val="tx1"/>
                </a:solidFill>
              </a:defRPr>
            </a:lvl1pPr>
          </a:lstStyle>
          <a:p>
            <a:pPr lvl="0"/>
            <a:r>
              <a:rPr lang="zh-CN" altLang="en-US" dirty="0"/>
              <a:t>单击此处添加文本</a:t>
            </a:r>
            <a:endParaRPr lang="en-US" dirty="0"/>
          </a:p>
        </p:txBody>
      </p:sp>
      <p:sp>
        <p:nvSpPr>
          <p:cNvPr id="6" name="Text Placeholder 5">
            <a:extLst>
              <a:ext uri="{FF2B5EF4-FFF2-40B4-BE49-F238E27FC236}">
                <a16:creationId xmlns:a16="http://schemas.microsoft.com/office/drawing/2014/main" id="{56DBC59C-CE55-E340-A3AE-F88AAF0D7560}"/>
              </a:ext>
            </a:extLst>
          </p:cNvPr>
          <p:cNvSpPr>
            <a:spLocks noGrp="1"/>
          </p:cNvSpPr>
          <p:nvPr>
            <p:ph type="body" sz="quarter" idx="11"/>
          </p:nvPr>
        </p:nvSpPr>
        <p:spPr>
          <a:xfrm>
            <a:off x="913588" y="6227190"/>
            <a:ext cx="1617170" cy="322753"/>
          </a:xfrm>
          <a:prstGeom prst="rect">
            <a:avLst/>
          </a:prstGeom>
        </p:spPr>
        <p:txBody>
          <a:bodyPr lIns="0" tIns="0" rIns="0" bIns="0"/>
          <a:lstStyle>
            <a:lvl1pPr>
              <a:defRPr sz="900">
                <a:solidFill>
                  <a:schemeClr val="tx1"/>
                </a:solidFill>
              </a:defRPr>
            </a:lvl1pPr>
          </a:lstStyle>
          <a:p>
            <a:pPr lvl="0"/>
            <a:r>
              <a:rPr lang="zh-CN" altLang="en-US"/>
              <a:t>单击此处编辑母版文本样式</a:t>
            </a:r>
          </a:p>
        </p:txBody>
      </p:sp>
      <p:sp>
        <p:nvSpPr>
          <p:cNvPr id="14" name="L 形 17">
            <a:extLst>
              <a:ext uri="{FF2B5EF4-FFF2-40B4-BE49-F238E27FC236}">
                <a16:creationId xmlns:a16="http://schemas.microsoft.com/office/drawing/2014/main" id="{3049C48A-4CAE-8940-8A29-89DE0543DF4C}"/>
              </a:ext>
            </a:extLst>
          </p:cNvPr>
          <p:cNvSpPr/>
          <p:nvPr userDrawn="1"/>
        </p:nvSpPr>
        <p:spPr>
          <a:xfrm rot="5400000">
            <a:off x="5369529" y="2370740"/>
            <a:ext cx="744262" cy="762208"/>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Tree>
    <p:extLst>
      <p:ext uri="{BB962C8B-B14F-4D97-AF65-F5344CB8AC3E}">
        <p14:creationId xmlns:p14="http://schemas.microsoft.com/office/powerpoint/2010/main" val="3514487387"/>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创新">
    <p:bg>
      <p:bgPr>
        <a:solidFill>
          <a:srgbClr val="FFFFFF"/>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a:extLst>
              <a:ext uri="{28A0092B-C50C-407E-A947-70E740481C1C}">
                <a14:useLocalDpi xmlns:a14="http://schemas.microsoft.com/office/drawing/2010/main" val="0"/>
              </a:ext>
            </a:extLst>
          </a:blip>
          <a:srcRect t="1" b="18476"/>
          <a:stretch/>
        </p:blipFill>
        <p:spPr>
          <a:xfrm>
            <a:off x="0" y="374"/>
            <a:ext cx="12197432" cy="5590529"/>
          </a:xfrm>
          <a:prstGeom prst="rect">
            <a:avLst/>
          </a:prstGeom>
        </p:spPr>
      </p:pic>
      <p:sp>
        <p:nvSpPr>
          <p:cNvPr id="9" name="L 形 8"/>
          <p:cNvSpPr/>
          <p:nvPr userDrawn="1"/>
        </p:nvSpPr>
        <p:spPr>
          <a:xfrm rot="5400000">
            <a:off x="5945516" y="2323519"/>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8" name="Title 1">
            <a:extLst>
              <a:ext uri="{FF2B5EF4-FFF2-40B4-BE49-F238E27FC236}">
                <a16:creationId xmlns:a16="http://schemas.microsoft.com/office/drawing/2014/main" id="{FB908F03-BBCC-164B-BE54-2E836D6E7C14}"/>
              </a:ext>
            </a:extLst>
          </p:cNvPr>
          <p:cNvSpPr>
            <a:spLocks noGrp="1"/>
          </p:cNvSpPr>
          <p:nvPr>
            <p:ph type="ctrTitle" hasCustomPrompt="1"/>
          </p:nvPr>
        </p:nvSpPr>
        <p:spPr>
          <a:xfrm>
            <a:off x="898996" y="907092"/>
            <a:ext cx="6559809" cy="690255"/>
          </a:xfrm>
          <a:prstGeom prst="rect">
            <a:avLst/>
          </a:prstGeom>
        </p:spPr>
        <p:txBody>
          <a:bodyPr lIns="0" tIns="0" rIns="0" bIns="0" anchor="t">
            <a:normAutofit/>
          </a:bodyPr>
          <a:lstStyle>
            <a:lvl1pPr algn="l">
              <a:defRPr sz="3200" b="0" i="0">
                <a:solidFill>
                  <a:schemeClr val="tx1"/>
                </a:solidFill>
                <a:latin typeface="Microsoft YaHei" panose="020B0503020204020204" pitchFamily="34" charset="-122"/>
                <a:ea typeface="Microsoft YaHei" panose="020B0503020204020204" pitchFamily="34" charset="-122"/>
              </a:defRPr>
            </a:lvl1pPr>
          </a:lstStyle>
          <a:p>
            <a:r>
              <a:rPr lang="zh-CN" altLang="en-US" dirty="0"/>
              <a:t>单击此处添加标题</a:t>
            </a:r>
            <a:endParaRPr lang="en-US" dirty="0"/>
          </a:p>
        </p:txBody>
      </p:sp>
      <p:sp>
        <p:nvSpPr>
          <p:cNvPr id="5" name="Text Placeholder 5">
            <a:extLst>
              <a:ext uri="{FF2B5EF4-FFF2-40B4-BE49-F238E27FC236}">
                <a16:creationId xmlns:a16="http://schemas.microsoft.com/office/drawing/2014/main" id="{A3BE9F9B-07D9-DD4C-9CEF-250804A4145A}"/>
              </a:ext>
            </a:extLst>
          </p:cNvPr>
          <p:cNvSpPr>
            <a:spLocks noGrp="1"/>
          </p:cNvSpPr>
          <p:nvPr>
            <p:ph type="body" sz="quarter" idx="10" hasCustomPrompt="1"/>
          </p:nvPr>
        </p:nvSpPr>
        <p:spPr>
          <a:xfrm>
            <a:off x="929260" y="1949372"/>
            <a:ext cx="6535842" cy="643926"/>
          </a:xfrm>
          <a:prstGeom prst="rect">
            <a:avLst/>
          </a:prstGeom>
        </p:spPr>
        <p:txBody>
          <a:bodyPr lIns="0" tIns="0" rIns="0" bIns="0"/>
          <a:lstStyle>
            <a:lvl1pPr>
              <a:defRPr sz="1400">
                <a:solidFill>
                  <a:schemeClr val="tx1"/>
                </a:solidFill>
              </a:defRPr>
            </a:lvl1pPr>
          </a:lstStyle>
          <a:p>
            <a:pPr lvl="0"/>
            <a:r>
              <a:rPr lang="zh-CN" altLang="en-US" dirty="0"/>
              <a:t>单击此处添加文本</a:t>
            </a:r>
            <a:endParaRPr lang="en-US" dirty="0"/>
          </a:p>
        </p:txBody>
      </p:sp>
      <p:sp>
        <p:nvSpPr>
          <p:cNvPr id="6" name="Text Placeholder 5">
            <a:extLst>
              <a:ext uri="{FF2B5EF4-FFF2-40B4-BE49-F238E27FC236}">
                <a16:creationId xmlns:a16="http://schemas.microsoft.com/office/drawing/2014/main" id="{93A299E5-0026-5A42-88AA-B3A7F29D3ABD}"/>
              </a:ext>
            </a:extLst>
          </p:cNvPr>
          <p:cNvSpPr>
            <a:spLocks noGrp="1"/>
          </p:cNvSpPr>
          <p:nvPr>
            <p:ph type="body" sz="quarter" idx="11"/>
          </p:nvPr>
        </p:nvSpPr>
        <p:spPr>
          <a:xfrm>
            <a:off x="913588" y="6227190"/>
            <a:ext cx="1617170" cy="322753"/>
          </a:xfrm>
          <a:prstGeom prst="rect">
            <a:avLst/>
          </a:prstGeom>
        </p:spPr>
        <p:txBody>
          <a:bodyPr lIns="0" tIns="0" rIns="0" bIns="0"/>
          <a:lstStyle>
            <a:lvl1pPr>
              <a:defRPr sz="900">
                <a:solidFill>
                  <a:schemeClr val="tx1"/>
                </a:solidFill>
              </a:defRPr>
            </a:lvl1pPr>
          </a:lstStyle>
          <a:p>
            <a:pPr lvl="0"/>
            <a:r>
              <a:rPr lang="zh-CN" altLang="en-US"/>
              <a:t>单击此处编辑母版文本样式</a:t>
            </a:r>
          </a:p>
        </p:txBody>
      </p:sp>
    </p:spTree>
    <p:extLst>
      <p:ext uri="{BB962C8B-B14F-4D97-AF65-F5344CB8AC3E}">
        <p14:creationId xmlns:p14="http://schemas.microsoft.com/office/powerpoint/2010/main" val="1842669867"/>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攀登">
    <p:bg>
      <p:bgPr>
        <a:solidFill>
          <a:srgbClr val="FFFFFF"/>
        </a:solidFill>
        <a:effectLst/>
      </p:bgPr>
    </p:bg>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extLst>
              <a:ext uri="{28A0092B-C50C-407E-A947-70E740481C1C}">
                <a14:useLocalDpi xmlns:a14="http://schemas.microsoft.com/office/drawing/2010/main" val="0"/>
              </a:ext>
            </a:extLst>
          </a:blip>
          <a:srcRect b="17902"/>
          <a:stretch/>
        </p:blipFill>
        <p:spPr>
          <a:xfrm>
            <a:off x="0" y="-74021"/>
            <a:ext cx="12197432" cy="5668718"/>
          </a:xfrm>
          <a:prstGeom prst="rect">
            <a:avLst/>
          </a:prstGeom>
        </p:spPr>
      </p:pic>
      <p:sp>
        <p:nvSpPr>
          <p:cNvPr id="2" name="Title 1"/>
          <p:cNvSpPr>
            <a:spLocks noGrp="1"/>
          </p:cNvSpPr>
          <p:nvPr>
            <p:ph type="ctrTitle" hasCustomPrompt="1"/>
          </p:nvPr>
        </p:nvSpPr>
        <p:spPr>
          <a:xfrm>
            <a:off x="898996" y="907092"/>
            <a:ext cx="6559809" cy="690255"/>
          </a:xfrm>
          <a:prstGeom prst="rect">
            <a:avLst/>
          </a:prstGeom>
        </p:spPr>
        <p:txBody>
          <a:bodyPr lIns="0" tIns="0" rIns="0" bIns="0" anchor="t">
            <a:normAutofit/>
          </a:bodyPr>
          <a:lstStyle>
            <a:lvl1pPr algn="l">
              <a:defRPr sz="3200" b="0" i="0">
                <a:solidFill>
                  <a:schemeClr val="tx1"/>
                </a:solidFill>
                <a:latin typeface="Microsoft YaHei" panose="020B0503020204020204" pitchFamily="34" charset="-122"/>
                <a:ea typeface="Microsoft YaHei" panose="020B0503020204020204" pitchFamily="34" charset="-122"/>
              </a:defRPr>
            </a:lvl1pPr>
          </a:lstStyle>
          <a:p>
            <a:r>
              <a:rPr lang="zh-CN" altLang="en-US" dirty="0"/>
              <a:t>单击此处添加标题</a:t>
            </a:r>
            <a:endParaRPr lang="en-US" dirty="0"/>
          </a:p>
        </p:txBody>
      </p:sp>
      <p:sp>
        <p:nvSpPr>
          <p:cNvPr id="8" name="L 形 7"/>
          <p:cNvSpPr/>
          <p:nvPr userDrawn="1"/>
        </p:nvSpPr>
        <p:spPr>
          <a:xfrm rot="5400000">
            <a:off x="7929967" y="1657555"/>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5" name="Text Placeholder 5">
            <a:extLst>
              <a:ext uri="{FF2B5EF4-FFF2-40B4-BE49-F238E27FC236}">
                <a16:creationId xmlns:a16="http://schemas.microsoft.com/office/drawing/2014/main" id="{6BB7B2F8-0AF7-D04F-81DD-52FDB6B7326C}"/>
              </a:ext>
            </a:extLst>
          </p:cNvPr>
          <p:cNvSpPr>
            <a:spLocks noGrp="1"/>
          </p:cNvSpPr>
          <p:nvPr>
            <p:ph type="body" sz="quarter" idx="10" hasCustomPrompt="1"/>
          </p:nvPr>
        </p:nvSpPr>
        <p:spPr>
          <a:xfrm>
            <a:off x="929260" y="1949372"/>
            <a:ext cx="6535842" cy="643926"/>
          </a:xfrm>
          <a:prstGeom prst="rect">
            <a:avLst/>
          </a:prstGeom>
        </p:spPr>
        <p:txBody>
          <a:bodyPr lIns="0" tIns="0" rIns="0" bIns="0"/>
          <a:lstStyle>
            <a:lvl1pPr>
              <a:defRPr sz="1400">
                <a:solidFill>
                  <a:schemeClr val="tx1"/>
                </a:solidFill>
              </a:defRPr>
            </a:lvl1pPr>
          </a:lstStyle>
          <a:p>
            <a:pPr lvl="0"/>
            <a:r>
              <a:rPr lang="zh-CN" altLang="en-US" dirty="0"/>
              <a:t>单击此处添加文本</a:t>
            </a:r>
            <a:endParaRPr lang="en-US" dirty="0"/>
          </a:p>
        </p:txBody>
      </p:sp>
      <p:sp>
        <p:nvSpPr>
          <p:cNvPr id="6" name="Text Placeholder 5">
            <a:extLst>
              <a:ext uri="{FF2B5EF4-FFF2-40B4-BE49-F238E27FC236}">
                <a16:creationId xmlns:a16="http://schemas.microsoft.com/office/drawing/2014/main" id="{462D1BCC-0781-514D-8FE8-12F4AF64BC39}"/>
              </a:ext>
            </a:extLst>
          </p:cNvPr>
          <p:cNvSpPr>
            <a:spLocks noGrp="1"/>
          </p:cNvSpPr>
          <p:nvPr>
            <p:ph type="body" sz="quarter" idx="11"/>
          </p:nvPr>
        </p:nvSpPr>
        <p:spPr>
          <a:xfrm>
            <a:off x="913588" y="6227190"/>
            <a:ext cx="1617170" cy="322753"/>
          </a:xfrm>
          <a:prstGeom prst="rect">
            <a:avLst/>
          </a:prstGeom>
        </p:spPr>
        <p:txBody>
          <a:bodyPr lIns="0" tIns="0" rIns="0" bIns="0"/>
          <a:lstStyle>
            <a:lvl1pPr>
              <a:defRPr sz="900">
                <a:solidFill>
                  <a:schemeClr val="tx1"/>
                </a:solidFill>
              </a:defRPr>
            </a:lvl1pPr>
          </a:lstStyle>
          <a:p>
            <a:pPr lvl="0"/>
            <a:r>
              <a:rPr lang="zh-CN" altLang="en-US"/>
              <a:t>单击此处编辑母版文本样式</a:t>
            </a:r>
          </a:p>
        </p:txBody>
      </p:sp>
    </p:spTree>
    <p:extLst>
      <p:ext uri="{BB962C8B-B14F-4D97-AF65-F5344CB8AC3E}">
        <p14:creationId xmlns:p14="http://schemas.microsoft.com/office/powerpoint/2010/main" val="537370765"/>
      </p:ext>
    </p:extLst>
  </p:cSld>
  <p:clrMapOvr>
    <a:masterClrMapping/>
  </p:clrMapOvr>
  <p:extLst>
    <p:ext uri="{DCECCB84-F9BA-43D5-87BE-67443E8EF086}">
      <p15:sldGuideLst xmlns:p15="http://schemas.microsoft.com/office/powerpoint/2012/main">
        <p15:guide id="1" orient="horz" pos="3414"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结束页">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1960DD1-8AC3-8F46-9D2D-BF81187F43FC}"/>
              </a:ext>
            </a:extLst>
          </p:cNvPr>
          <p:cNvSpPr txBox="1"/>
          <p:nvPr userDrawn="1"/>
        </p:nvSpPr>
        <p:spPr>
          <a:xfrm>
            <a:off x="607486" y="1402064"/>
            <a:ext cx="3921034" cy="854717"/>
          </a:xfrm>
          <a:prstGeom prst="rect">
            <a:avLst/>
          </a:prstGeom>
          <a:noFill/>
        </p:spPr>
        <p:txBody>
          <a:bodyPr wrap="square" rtlCol="0">
            <a:spAutoFit/>
          </a:bodyPr>
          <a:lstStyle/>
          <a:p>
            <a:pPr algn="l"/>
            <a:r>
              <a:rPr lang="en-US" sz="4800" dirty="0">
                <a:solidFill>
                  <a:schemeClr val="tx1"/>
                </a:solidFill>
              </a:rPr>
              <a:t>Thank you.</a:t>
            </a:r>
          </a:p>
        </p:txBody>
      </p:sp>
    </p:spTree>
    <p:extLst>
      <p:ext uri="{BB962C8B-B14F-4D97-AF65-F5344CB8AC3E}">
        <p14:creationId xmlns:p14="http://schemas.microsoft.com/office/powerpoint/2010/main" val="3664786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Chinese text pag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17527" y="133876"/>
            <a:ext cx="11183407" cy="427257"/>
          </a:xfrm>
          <a:prstGeom prst="rect">
            <a:avLst/>
          </a:prstGeom>
        </p:spPr>
        <p:txBody>
          <a:bodyPr>
            <a:noAutofit/>
          </a:bodyPr>
          <a:lstStyle>
            <a:lvl1pPr marL="0" indent="0" algn="l" defTabSz="1188085" eaLnBrk="1" hangingPunct="1">
              <a:spcBef>
                <a:spcPts val="0"/>
              </a:spcBef>
              <a:buFont typeface="Arial" panose="020B0604020202020204" pitchFamily="34" charset="0"/>
              <a:buNone/>
              <a:defRPr lang="en-US" altLang="zh-CN" sz="2399" b="1">
                <a:solidFill>
                  <a:srgbClr val="C00000"/>
                </a:solidFill>
                <a:latin typeface="微软雅黑" panose="020B0503020204020204" pitchFamily="34" charset="-122"/>
                <a:ea typeface="微软雅黑" panose="020B0503020204020204" pitchFamily="34" charset="-122"/>
              </a:defRPr>
            </a:lvl1pPr>
          </a:lstStyle>
          <a:p>
            <a:pPr defTabSz="1188085" eaLnBrk="1" hangingPunct="1">
              <a:spcBef>
                <a:spcPts val="0"/>
              </a:spcBef>
              <a:buFont typeface="Arial" panose="020B0604020202020204" pitchFamily="34" charset="0"/>
              <a:buNone/>
              <a:defRPr/>
            </a:pPr>
            <a:endParaRPr lang="en-US" altLang="zh-CN" sz="2799" b="1" dirty="0">
              <a:solidFill>
                <a:srgbClr val="990000"/>
              </a:solidFill>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699394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探索">
    <p:bg>
      <p:bgPr>
        <a:solidFill>
          <a:srgbClr val="FFFFFF"/>
        </a:solidFill>
        <a:effectLst/>
      </p:bgPr>
    </p:bg>
    <p:spTree>
      <p:nvGrpSpPr>
        <p:cNvPr id="1" name=""/>
        <p:cNvGrpSpPr/>
        <p:nvPr/>
      </p:nvGrpSpPr>
      <p:grpSpPr>
        <a:xfrm>
          <a:off x="0" y="0"/>
          <a:ext cx="0" cy="0"/>
          <a:chOff x="0" y="0"/>
          <a:chExt cx="0" cy="0"/>
        </a:xfrm>
      </p:grpSpPr>
      <p:pic>
        <p:nvPicPr>
          <p:cNvPr id="11" name="图片 10"/>
          <p:cNvPicPr>
            <a:picLocks noChangeAspect="1"/>
          </p:cNvPicPr>
          <p:nvPr userDrawn="1"/>
        </p:nvPicPr>
        <p:blipFill rotWithShape="1">
          <a:blip r:embed="rId2">
            <a:extLst>
              <a:ext uri="{28A0092B-C50C-407E-A947-70E740481C1C}">
                <a14:useLocalDpi xmlns:a14="http://schemas.microsoft.com/office/drawing/2010/main" val="0"/>
              </a:ext>
            </a:extLst>
          </a:blip>
          <a:srcRect b="18667"/>
          <a:stretch>
            <a:fillRect/>
          </a:stretch>
        </p:blipFill>
        <p:spPr>
          <a:xfrm>
            <a:off x="0" y="0"/>
            <a:ext cx="12206140" cy="5594695"/>
          </a:xfrm>
          <a:prstGeom prst="rect">
            <a:avLst/>
          </a:prstGeom>
        </p:spPr>
      </p:pic>
      <p:sp>
        <p:nvSpPr>
          <p:cNvPr id="7" name="L 形 6"/>
          <p:cNvSpPr/>
          <p:nvPr userDrawn="1"/>
        </p:nvSpPr>
        <p:spPr>
          <a:xfrm rot="5400000">
            <a:off x="7853942" y="2130562"/>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10" name="Title 1"/>
          <p:cNvSpPr>
            <a:spLocks noGrp="1"/>
          </p:cNvSpPr>
          <p:nvPr>
            <p:ph type="ctrTitle" hasCustomPrompt="1"/>
          </p:nvPr>
        </p:nvSpPr>
        <p:spPr>
          <a:xfrm>
            <a:off x="898996" y="907092"/>
            <a:ext cx="6559809" cy="690255"/>
          </a:xfrm>
          <a:prstGeom prst="rect">
            <a:avLst/>
          </a:prstGeom>
          <a:ln>
            <a:noFill/>
            <a:prstDash val="dash"/>
          </a:ln>
        </p:spPr>
        <p:txBody>
          <a:bodyPr lIns="0" tIns="0" rIns="0" bIns="0" anchor="t">
            <a:normAutofit/>
          </a:bodyPr>
          <a:lstStyle>
            <a:lvl1pPr algn="l">
              <a:defRPr sz="3200" b="0" i="0">
                <a:solidFill>
                  <a:schemeClr val="tx1"/>
                </a:solidFill>
                <a:latin typeface="微软雅黑" panose="020B0503020204020204" pitchFamily="34" charset="-122"/>
                <a:ea typeface="微软雅黑" panose="020B0503020204020204" pitchFamily="34" charset="-122"/>
              </a:defRPr>
            </a:lvl1pPr>
          </a:lstStyle>
          <a:p>
            <a:r>
              <a:rPr lang="zh-CN" altLang="en-US" dirty="0"/>
              <a:t>单击此处添加标题</a:t>
            </a:r>
            <a:endParaRPr lang="en-US" dirty="0"/>
          </a:p>
        </p:txBody>
      </p:sp>
      <p:sp>
        <p:nvSpPr>
          <p:cNvPr id="6" name="Text Placeholder 5"/>
          <p:cNvSpPr>
            <a:spLocks noGrp="1"/>
          </p:cNvSpPr>
          <p:nvPr>
            <p:ph type="body" sz="quarter" idx="10" hasCustomPrompt="1"/>
          </p:nvPr>
        </p:nvSpPr>
        <p:spPr>
          <a:xfrm>
            <a:off x="929260" y="1949372"/>
            <a:ext cx="6535842" cy="643926"/>
          </a:xfrm>
          <a:prstGeom prst="rect">
            <a:avLst/>
          </a:prstGeom>
        </p:spPr>
        <p:txBody>
          <a:bodyPr lIns="0" tIns="0" rIns="0" bIns="0"/>
          <a:lstStyle>
            <a:lvl1pPr>
              <a:defRPr sz="1400">
                <a:solidFill>
                  <a:schemeClr val="tx1"/>
                </a:solidFill>
              </a:defRPr>
            </a:lvl1pPr>
          </a:lstStyle>
          <a:p>
            <a:pPr lvl="0"/>
            <a:r>
              <a:rPr lang="zh-CN" altLang="en-US" dirty="0"/>
              <a:t>单击此处添加文本</a:t>
            </a:r>
            <a:endParaRPr lang="en-US" dirty="0"/>
          </a:p>
        </p:txBody>
      </p:sp>
      <p:sp>
        <p:nvSpPr>
          <p:cNvPr id="9" name="Text Placeholder 5"/>
          <p:cNvSpPr>
            <a:spLocks noGrp="1"/>
          </p:cNvSpPr>
          <p:nvPr>
            <p:ph type="body" sz="quarter" idx="11"/>
          </p:nvPr>
        </p:nvSpPr>
        <p:spPr>
          <a:xfrm>
            <a:off x="913588" y="6227190"/>
            <a:ext cx="1617170" cy="322753"/>
          </a:xfrm>
          <a:prstGeom prst="rect">
            <a:avLst/>
          </a:prstGeom>
        </p:spPr>
        <p:txBody>
          <a:bodyPr lIns="0" tIns="0" rIns="0" bIns="0"/>
          <a:lstStyle>
            <a:lvl1pPr>
              <a:defRPr sz="900">
                <a:solidFill>
                  <a:schemeClr val="tx1"/>
                </a:solidFill>
              </a:defRPr>
            </a:lvl1pPr>
          </a:lstStyle>
          <a:p>
            <a:pPr lvl="0"/>
            <a:r>
              <a:rPr lang="zh-CN" altLang="en-US"/>
              <a:t>单击此处编辑母版文本样式</a:t>
            </a:r>
          </a:p>
        </p:txBody>
      </p:sp>
    </p:spTree>
    <p:extLst>
      <p:ext uri="{BB962C8B-B14F-4D97-AF65-F5344CB8AC3E}">
        <p14:creationId xmlns:p14="http://schemas.microsoft.com/office/powerpoint/2010/main" val="30984078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目录页">
    <p:bg>
      <p:bgPr>
        <a:solidFill>
          <a:srgbClr val="EBEBEB"/>
        </a:solidFill>
        <a:effectLst/>
      </p:bgPr>
    </p:bg>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1033620" y="1843088"/>
            <a:ext cx="10122060" cy="3013725"/>
          </a:xfrm>
          <a:prstGeom prst="rect">
            <a:avLst/>
          </a:prstGeom>
        </p:spPr>
        <p:txBody>
          <a:bodyPr tIns="90000" bIns="90000"/>
          <a:lstStyle>
            <a:lvl1pPr marL="412750" indent="-398780">
              <a:lnSpc>
                <a:spcPct val="70000"/>
              </a:lnSpc>
              <a:buFont typeface="+mj-lt"/>
              <a:buAutoNum type="arabicPeriod"/>
              <a:defRPr sz="2200">
                <a:solidFill>
                  <a:schemeClr val="tx1"/>
                </a:solidFill>
                <a:latin typeface="微软雅黑" panose="020B0503020204020204" pitchFamily="34" charset="-122"/>
                <a:ea typeface="微软雅黑" panose="020B0503020204020204" pitchFamily="34" charset="-122"/>
              </a:defRPr>
            </a:lvl1pPr>
            <a:lvl2pPr marL="412750" indent="-398780">
              <a:buFont typeface="+mj-lt"/>
              <a:buAutoNum type="arabicPeriod"/>
              <a:defRPr/>
            </a:lvl2pPr>
            <a:lvl3pPr marL="13970" indent="0">
              <a:buFont typeface="+mj-lt"/>
              <a:buNone/>
              <a:defRPr sz="2200">
                <a:latin typeface="微软雅黑" panose="020B0503020204020204" pitchFamily="34" charset="-122"/>
                <a:ea typeface="微软雅黑" panose="020B0503020204020204" pitchFamily="34" charset="-122"/>
              </a:defRPr>
            </a:lvl3pPr>
            <a:lvl4pPr marL="13970" indent="0">
              <a:buFont typeface="+mj-lt"/>
              <a:buNone/>
              <a:defRPr sz="2200">
                <a:latin typeface="微软雅黑" panose="020B0503020204020204" pitchFamily="34" charset="-122"/>
                <a:ea typeface="微软雅黑" panose="020B0503020204020204" pitchFamily="34" charset="-122"/>
              </a:defRPr>
            </a:lvl4pPr>
            <a:lvl5pPr marL="13970" indent="0">
              <a:buFont typeface="+mj-lt"/>
              <a:buNone/>
              <a:defRPr sz="2200">
                <a:latin typeface="微软雅黑" panose="020B0503020204020204" pitchFamily="34" charset="-122"/>
                <a:ea typeface="微软雅黑" panose="020B0503020204020204" pitchFamily="34" charset="-122"/>
              </a:defRPr>
            </a:lvl5pPr>
          </a:lstStyle>
          <a:p>
            <a:pPr lvl="0"/>
            <a:r>
              <a:rPr lang="zh-CN" altLang="en-US" dirty="0"/>
              <a:t>单击此处添加文本</a:t>
            </a:r>
            <a:endParaRPr lang="en-US" altLang="zh-CN" dirty="0"/>
          </a:p>
        </p:txBody>
      </p:sp>
      <p:cxnSp>
        <p:nvCxnSpPr>
          <p:cNvPr id="3" name="直线连接符 14"/>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4" name="文本框 16"/>
          <p:cNvSpPr txBox="1"/>
          <p:nvPr userDrawn="1"/>
        </p:nvSpPr>
        <p:spPr>
          <a:xfrm>
            <a:off x="918916" y="630373"/>
            <a:ext cx="1147485" cy="653509"/>
          </a:xfrm>
          <a:prstGeom prst="rect">
            <a:avLst/>
          </a:prstGeom>
          <a:noFill/>
        </p:spPr>
        <p:txBody>
          <a:bodyPr wrap="none" rtlCol="0">
            <a:spAutoFit/>
          </a:bodyPr>
          <a:lstStyle/>
          <a:p>
            <a:r>
              <a:rPr kumimoji="1" lang="zh-CN" altLang="en-US" sz="3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目录</a:t>
            </a:r>
          </a:p>
        </p:txBody>
      </p:sp>
    </p:spTree>
    <p:extLst>
      <p:ext uri="{BB962C8B-B14F-4D97-AF65-F5344CB8AC3E}">
        <p14:creationId xmlns:p14="http://schemas.microsoft.com/office/powerpoint/2010/main" val="25924788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目录页">
    <p:bg>
      <p:bgPr>
        <a:solidFill>
          <a:srgbClr val="EBEBEB"/>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0F7C7B5-0135-F749-B910-7325E96AE705}"/>
              </a:ext>
            </a:extLst>
          </p:cNvPr>
          <p:cNvSpPr>
            <a:spLocks noGrp="1"/>
          </p:cNvSpPr>
          <p:nvPr>
            <p:ph type="body" sz="quarter" idx="10" hasCustomPrompt="1"/>
          </p:nvPr>
        </p:nvSpPr>
        <p:spPr>
          <a:xfrm>
            <a:off x="1033620" y="1843088"/>
            <a:ext cx="10122060" cy="3013725"/>
          </a:xfrm>
          <a:prstGeom prst="rect">
            <a:avLst/>
          </a:prstGeom>
        </p:spPr>
        <p:txBody>
          <a:bodyPr tIns="90000" bIns="90000"/>
          <a:lstStyle>
            <a:lvl1pPr marL="412750" indent="-398463">
              <a:lnSpc>
                <a:spcPct val="70000"/>
              </a:lnSpc>
              <a:buFont typeface="+mj-lt"/>
              <a:buAutoNum type="arabicPeriod"/>
              <a:tabLst/>
              <a:defRPr sz="2200">
                <a:solidFill>
                  <a:schemeClr val="tx1"/>
                </a:solidFill>
                <a:latin typeface="Microsoft YaHei" panose="020B0503020204020204" pitchFamily="34" charset="-122"/>
                <a:ea typeface="Microsoft YaHei" panose="020B0503020204020204" pitchFamily="34" charset="-122"/>
              </a:defRPr>
            </a:lvl1pPr>
            <a:lvl2pPr marL="412750" indent="-398463">
              <a:buFont typeface="+mj-lt"/>
              <a:buAutoNum type="arabicPeriod"/>
              <a:tabLst/>
              <a:defRPr/>
            </a:lvl2pPr>
            <a:lvl3pPr marL="14287" indent="0">
              <a:buFont typeface="+mj-lt"/>
              <a:buNone/>
              <a:tabLst/>
              <a:defRPr sz="2200">
                <a:latin typeface="Microsoft YaHei" panose="020B0503020204020204" pitchFamily="34" charset="-122"/>
                <a:ea typeface="Microsoft YaHei" panose="020B0503020204020204" pitchFamily="34" charset="-122"/>
              </a:defRPr>
            </a:lvl3pPr>
            <a:lvl4pPr marL="14287" indent="0">
              <a:buFont typeface="+mj-lt"/>
              <a:buNone/>
              <a:tabLst/>
              <a:defRPr sz="2200">
                <a:latin typeface="Microsoft YaHei" panose="020B0503020204020204" pitchFamily="34" charset="-122"/>
                <a:ea typeface="Microsoft YaHei" panose="020B0503020204020204" pitchFamily="34" charset="-122"/>
              </a:defRPr>
            </a:lvl4pPr>
            <a:lvl5pPr marL="14287" indent="0">
              <a:buFont typeface="+mj-lt"/>
              <a:buNone/>
              <a:tabLst/>
              <a:defRPr sz="2200">
                <a:latin typeface="Microsoft YaHei" panose="020B0503020204020204" pitchFamily="34" charset="-122"/>
                <a:ea typeface="Microsoft YaHei" panose="020B0503020204020204" pitchFamily="34" charset="-122"/>
              </a:defRPr>
            </a:lvl5pPr>
          </a:lstStyle>
          <a:p>
            <a:pPr lvl="0"/>
            <a:r>
              <a:rPr lang="zh-CN" altLang="en-US" dirty="0"/>
              <a:t>单击此处添加文本</a:t>
            </a:r>
            <a:endParaRPr lang="en-US" altLang="zh-CN" dirty="0"/>
          </a:p>
        </p:txBody>
      </p:sp>
      <p:cxnSp>
        <p:nvCxnSpPr>
          <p:cNvPr id="3"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4" name="文本框 16">
            <a:extLst>
              <a:ext uri="{FF2B5EF4-FFF2-40B4-BE49-F238E27FC236}">
                <a16:creationId xmlns:a16="http://schemas.microsoft.com/office/drawing/2014/main" id="{568EC886-2612-1F43-AB51-21A76A078357}"/>
              </a:ext>
            </a:extLst>
          </p:cNvPr>
          <p:cNvSpPr txBox="1"/>
          <p:nvPr userDrawn="1"/>
        </p:nvSpPr>
        <p:spPr>
          <a:xfrm>
            <a:off x="918916" y="630373"/>
            <a:ext cx="1147485" cy="653509"/>
          </a:xfrm>
          <a:prstGeom prst="rect">
            <a:avLst/>
          </a:prstGeom>
          <a:noFill/>
        </p:spPr>
        <p:txBody>
          <a:bodyPr wrap="none" rtlCol="0">
            <a:spAutoFit/>
          </a:bodyPr>
          <a:lstStyle/>
          <a:p>
            <a:r>
              <a:rPr kumimoji="1" lang="zh-CN" altLang="en-US" sz="3600" dirty="0">
                <a:solidFill>
                  <a:schemeClr val="tx1"/>
                </a:solidFill>
                <a:latin typeface="Microsoft YaHei" charset="-122"/>
                <a:ea typeface="Microsoft YaHei" charset="-122"/>
                <a:cs typeface="Microsoft YaHei" charset="-122"/>
              </a:rPr>
              <a:t>目录</a:t>
            </a:r>
          </a:p>
        </p:txBody>
      </p:sp>
    </p:spTree>
    <p:extLst>
      <p:ext uri="{BB962C8B-B14F-4D97-AF65-F5344CB8AC3E}">
        <p14:creationId xmlns:p14="http://schemas.microsoft.com/office/powerpoint/2010/main" val="6433838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4EEB2F1A-1770-4FC3-941D-2DA4C5CBAA46}" type="datetimeFigureOut">
              <a:rPr lang="zh-CN" altLang="en-US" smtClean="0"/>
              <a:t>2026/8/14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985F3E6-8EF5-447C-B899-EB8459BB7DE5}" type="slidenum">
              <a:rPr lang="zh-CN" altLang="en-US" smtClean="0"/>
              <a:t>‹#›</a:t>
            </a:fld>
            <a:endParaRPr lang="zh-CN" altLang="en-US"/>
          </a:p>
        </p:txBody>
      </p:sp>
    </p:spTree>
    <p:extLst>
      <p:ext uri="{BB962C8B-B14F-4D97-AF65-F5344CB8AC3E}">
        <p14:creationId xmlns:p14="http://schemas.microsoft.com/office/powerpoint/2010/main" val="4623766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BC06A5-0A80-47A9-A46A-4BE6916AE277}"/>
              </a:ext>
            </a:extLst>
          </p:cNvPr>
          <p:cNvSpPr>
            <a:spLocks noGrp="1"/>
          </p:cNvSpPr>
          <p:nvPr>
            <p:ph type="ctrTitle"/>
          </p:nvPr>
        </p:nvSpPr>
        <p:spPr>
          <a:xfrm>
            <a:off x="1524596" y="1122363"/>
            <a:ext cx="9147572"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A63EE7DA-5004-4816-A232-F7DB33A63936}"/>
              </a:ext>
            </a:extLst>
          </p:cNvPr>
          <p:cNvSpPr>
            <a:spLocks noGrp="1"/>
          </p:cNvSpPr>
          <p:nvPr>
            <p:ph type="subTitle" idx="1"/>
          </p:nvPr>
        </p:nvSpPr>
        <p:spPr>
          <a:xfrm>
            <a:off x="1524596" y="3602038"/>
            <a:ext cx="914757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B8A9DC34-434C-4D03-93F4-3286C7F2990B}"/>
              </a:ext>
            </a:extLst>
          </p:cNvPr>
          <p:cNvSpPr>
            <a:spLocks noGrp="1"/>
          </p:cNvSpPr>
          <p:nvPr>
            <p:ph type="dt" sz="half" idx="10"/>
          </p:nvPr>
        </p:nvSpPr>
        <p:spPr/>
        <p:txBody>
          <a:bodyPr/>
          <a:lstStyle/>
          <a:p>
            <a:fld id="{61BDE1D8-B35D-4C33-A46A-61DA9D90AF63}" type="datetimeFigureOut">
              <a:rPr lang="zh-CN" altLang="en-US" smtClean="0"/>
              <a:t>2026/8/14</a:t>
            </a:fld>
            <a:endParaRPr lang="zh-CN" altLang="en-US"/>
          </a:p>
        </p:txBody>
      </p:sp>
      <p:sp>
        <p:nvSpPr>
          <p:cNvPr id="5" name="页脚占位符 4">
            <a:extLst>
              <a:ext uri="{FF2B5EF4-FFF2-40B4-BE49-F238E27FC236}">
                <a16:creationId xmlns:a16="http://schemas.microsoft.com/office/drawing/2014/main" id="{FB2B1955-FA9C-47BE-9FC7-FFB9BAEAE2F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43C230A-5495-4414-930F-ABFB29F89CD6}"/>
              </a:ext>
            </a:extLst>
          </p:cNvPr>
          <p:cNvSpPr>
            <a:spLocks noGrp="1"/>
          </p:cNvSpPr>
          <p:nvPr>
            <p:ph type="sldNum" sz="quarter" idx="12"/>
          </p:nvPr>
        </p:nvSpPr>
        <p:spPr/>
        <p:txBody>
          <a:bodyPr/>
          <a:lstStyle/>
          <a:p>
            <a:fld id="{89347C70-35C3-44F0-A974-5CDD63DAB5E9}" type="slidenum">
              <a:rPr lang="zh-CN" altLang="en-US" smtClean="0"/>
              <a:t>‹#›</a:t>
            </a:fld>
            <a:endParaRPr lang="zh-CN" altLang="en-US"/>
          </a:p>
        </p:txBody>
      </p:sp>
    </p:spTree>
    <p:extLst>
      <p:ext uri="{BB962C8B-B14F-4D97-AF65-F5344CB8AC3E}">
        <p14:creationId xmlns:p14="http://schemas.microsoft.com/office/powerpoint/2010/main" val="16761807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节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81304" y="336814"/>
            <a:ext cx="10458983" cy="759668"/>
          </a:xfrm>
          <a:prstGeom prst="rect">
            <a:avLst/>
          </a:prstGeom>
          <a:noFill/>
          <a:ln w="9525" algn="ctr">
            <a:noFill/>
            <a:miter lim="800000"/>
          </a:ln>
          <a:effectLst/>
        </p:spPr>
        <p:txBody>
          <a:bodyPr vert="horz" wrap="square" lIns="91429" tIns="45714" rIns="91429" bIns="45714" numCol="1" anchor="ctr" anchorCtr="0" compatLnSpc="1"/>
          <a:lstStyle>
            <a:lvl1pPr marL="0" indent="0">
              <a:buFont typeface="Arial" panose="020B0604020202020204" pitchFamily="34" charset="0"/>
              <a:buNone/>
              <a:defRPr lang="zh-CN" altLang="en-US" sz="3995" b="0" dirty="0">
                <a:solidFill>
                  <a:srgbClr val="CC0000"/>
                </a:solidFill>
                <a:latin typeface="FrutigerNext LT Regular" pitchFamily="34" charset="0"/>
                <a:ea typeface="黑体" pitchFamily="49" charset="-122"/>
              </a:defRPr>
            </a:lvl1pPr>
          </a:lstStyle>
          <a:p>
            <a:pPr lvl="0"/>
            <a:r>
              <a:rPr lang="en-US" altLang="zh-CN" dirty="0"/>
              <a:t>HEADLINE TEXT TO BE PLACED</a:t>
            </a:r>
            <a:endParaRPr lang="zh-CN" altLang="en-US" dirty="0"/>
          </a:p>
        </p:txBody>
      </p:sp>
    </p:spTree>
    <p:extLst>
      <p:ext uri="{BB962C8B-B14F-4D97-AF65-F5344CB8AC3E}">
        <p14:creationId xmlns:p14="http://schemas.microsoft.com/office/powerpoint/2010/main" val="18328796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6166058"/>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54884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7428928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9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58868" y="451416"/>
            <a:ext cx="11328233" cy="745784"/>
          </a:xfrm>
          <a:prstGeom prst="rect">
            <a:avLst/>
          </a:prstGeom>
        </p:spPr>
        <p:txBody>
          <a:bodyPr lIns="121876" tIns="60940" rIns="121876" bIns="60940"/>
          <a:lstStyle>
            <a:lvl1pPr>
              <a:defRPr sz="3200">
                <a:solidFill>
                  <a:srgbClr val="C00000"/>
                </a:solidFill>
                <a:latin typeface="微软雅黑" panose="020B0503020204020204" pitchFamily="34" charset="-122"/>
                <a:ea typeface="微软雅黑" panose="020B0503020204020204" pitchFamily="34" charset="-122"/>
              </a:defRPr>
            </a:lvl1pPr>
          </a:lstStyle>
          <a:p>
            <a:r>
              <a:rPr lang="en-US" dirty="0"/>
              <a:t>Click to edit Master title style</a:t>
            </a:r>
          </a:p>
        </p:txBody>
      </p:sp>
      <p:sp>
        <p:nvSpPr>
          <p:cNvPr id="3" name="Content Placeholder 3"/>
          <p:cNvSpPr>
            <a:spLocks noGrp="1"/>
          </p:cNvSpPr>
          <p:nvPr>
            <p:ph sz="quarter" idx="10"/>
          </p:nvPr>
        </p:nvSpPr>
        <p:spPr>
          <a:xfrm>
            <a:off x="461509" y="1416916"/>
            <a:ext cx="11273764" cy="4680110"/>
          </a:xfrm>
          <a:prstGeom prst="rect">
            <a:avLst/>
          </a:prstGeom>
        </p:spPr>
        <p:txBody>
          <a:bodyPr lIns="121876" tIns="60940" rIns="121876" bIns="6094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893605"/>
      </p:ext>
    </p:extLst>
  </p:cSld>
  <p:clrMapOvr>
    <a:masterClrMapping/>
  </p:clrMapOvr>
  <p:transition advClick="0" advTm="8000">
    <p:fade thruBlk="1"/>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cSld name="1_仅标题">
    <p:spTree>
      <p:nvGrpSpPr>
        <p:cNvPr id="1" name=""/>
        <p:cNvGrpSpPr/>
        <p:nvPr/>
      </p:nvGrpSpPr>
      <p:grpSpPr>
        <a:xfrm>
          <a:off x="0" y="0"/>
          <a:ext cx="0" cy="0"/>
          <a:chOff x="0" y="0"/>
          <a:chExt cx="0" cy="0"/>
        </a:xfrm>
      </p:grpSpPr>
      <p:sp>
        <p:nvSpPr>
          <p:cNvPr id="2" name="标题 1"/>
          <p:cNvSpPr>
            <a:spLocks noGrp="1"/>
          </p:cNvSpPr>
          <p:nvPr>
            <p:ph type="title"/>
          </p:nvPr>
        </p:nvSpPr>
        <p:spPr>
          <a:xfrm>
            <a:off x="870291" y="430222"/>
            <a:ext cx="10331250" cy="871537"/>
          </a:xfrm>
          <a:prstGeom prst="rect">
            <a:avLst/>
          </a:prstGeom>
        </p:spPr>
        <p:txBody>
          <a:bodyPr/>
          <a:lstStyle/>
          <a:p>
            <a:r>
              <a:rPr lang="zh-CN" altLang="en-US"/>
              <a:t>单击此处编辑母版标题样式</a:t>
            </a:r>
          </a:p>
        </p:txBody>
      </p:sp>
      <p:sp>
        <p:nvSpPr>
          <p:cNvPr id="3" name="Rectangle 10"/>
          <p:cNvSpPr>
            <a:spLocks noGrp="1" noChangeArrowheads="1"/>
          </p:cNvSpPr>
          <p:nvPr>
            <p:ph type="dt" sz="half" idx="10"/>
          </p:nvPr>
        </p:nvSpPr>
        <p:spPr>
          <a:xfrm>
            <a:off x="8484817" y="6489701"/>
            <a:ext cx="2797208" cy="455614"/>
          </a:xfrm>
          <a:prstGeom prst="rect">
            <a:avLst/>
          </a:prstGeom>
        </p:spPr>
        <p:txBody>
          <a:bodyPr/>
          <a:lstStyle>
            <a:lvl1pPr>
              <a:defRPr/>
            </a:lvl1pPr>
          </a:lstStyle>
          <a:p>
            <a:pPr>
              <a:defRPr/>
            </a:pPr>
            <a:r>
              <a:rPr lang="de-DE" altLang="zh-CN">
                <a:solidFill>
                  <a:srgbClr val="000000"/>
                </a:solidFill>
              </a:rPr>
              <a:t>Page </a:t>
            </a:r>
            <a:fld id="{F14C8185-BAC9-468B-856F-FA0BD0ABD9CA}" type="slidenum">
              <a:rPr lang="de-DE" altLang="zh-CN">
                <a:solidFill>
                  <a:srgbClr val="000000"/>
                </a:solidFill>
              </a:rPr>
              <a:t>‹#›</a:t>
            </a:fld>
            <a:endParaRPr lang="en-GB" altLang="zh-CN">
              <a:solidFill>
                <a:srgbClr val="000000"/>
              </a:solidFill>
            </a:endParaRPr>
          </a:p>
        </p:txBody>
      </p:sp>
    </p:spTree>
    <p:extLst>
      <p:ext uri="{BB962C8B-B14F-4D97-AF65-F5344CB8AC3E}">
        <p14:creationId xmlns:p14="http://schemas.microsoft.com/office/powerpoint/2010/main" val="18853058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5" name="内容占位符 2"/>
          <p:cNvSpPr>
            <a:spLocks noGrp="1"/>
          </p:cNvSpPr>
          <p:nvPr>
            <p:ph idx="1"/>
          </p:nvPr>
        </p:nvSpPr>
        <p:spPr>
          <a:xfrm>
            <a:off x="431543" y="1124747"/>
            <a:ext cx="11333685" cy="508856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13"/>
          <p:cNvSpPr>
            <a:spLocks noGrp="1" noChangeArrowheads="1"/>
          </p:cNvSpPr>
          <p:nvPr>
            <p:ph type="title"/>
          </p:nvPr>
        </p:nvSpPr>
        <p:spPr bwMode="auto">
          <a:xfrm>
            <a:off x="431543" y="7"/>
            <a:ext cx="11333685" cy="7407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0060" rIns="80121" bIns="40060" numCol="1" anchor="ctr" anchorCtr="0" compatLnSpc="1"/>
          <a:lstStyle/>
          <a:p>
            <a:pPr lvl="0"/>
            <a:r>
              <a:rPr lang="zh-CN" altLang="en-US" dirty="0"/>
              <a:t>单击此处编辑母版标题样式</a:t>
            </a:r>
          </a:p>
        </p:txBody>
      </p:sp>
    </p:spTree>
    <p:extLst>
      <p:ext uri="{BB962C8B-B14F-4D97-AF65-F5344CB8AC3E}">
        <p14:creationId xmlns:p14="http://schemas.microsoft.com/office/powerpoint/2010/main" val="674381803"/>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x">
  <p:cSld name="Blank with Title - Green">
    <p:spTree>
      <p:nvGrpSpPr>
        <p:cNvPr id="1" name=""/>
        <p:cNvGrpSpPr/>
        <p:nvPr/>
      </p:nvGrpSpPr>
      <p:grpSpPr>
        <a:xfrm>
          <a:off x="0" y="0"/>
          <a:ext cx="0" cy="0"/>
          <a:chOff x="0" y="0"/>
          <a:chExt cx="0" cy="0"/>
        </a:xfrm>
      </p:grpSpPr>
      <p:sp>
        <p:nvSpPr>
          <p:cNvPr id="120" name="Title Text"/>
          <p:cNvSpPr txBox="1">
            <a:spLocks noGrp="1"/>
          </p:cNvSpPr>
          <p:nvPr>
            <p:ph type="title" hasCustomPrompt="1"/>
          </p:nvPr>
        </p:nvSpPr>
        <p:spPr>
          <a:xfrm>
            <a:off x="609839" y="275167"/>
            <a:ext cx="10977087" cy="1143000"/>
          </a:xfrm>
          <a:prstGeom prst="rect">
            <a:avLst/>
          </a:prstGeom>
        </p:spPr>
        <p:txBody>
          <a:bodyPr/>
          <a:lstStyle/>
          <a:p>
            <a:r>
              <a:t>Title Text</a:t>
            </a:r>
          </a:p>
        </p:txBody>
      </p:sp>
      <p:sp>
        <p:nvSpPr>
          <p:cNvPr id="121" name="Slide Number"/>
          <p:cNvSpPr txBox="1">
            <a:spLocks noGrp="1"/>
          </p:cNvSpPr>
          <p:nvPr>
            <p:ph type="sldNum" sz="quarter" idx="2"/>
          </p:nvPr>
        </p:nvSpPr>
        <p:spPr>
          <a:xfrm>
            <a:off x="8741013" y="6356352"/>
            <a:ext cx="2845912" cy="366182"/>
          </a:xfrm>
          <a:prstGeom prst="rect">
            <a:avLst/>
          </a:prstGeom>
        </p:spPr>
        <p:txBody>
          <a:bodyPr/>
          <a:lstStyle/>
          <a:p>
            <a:fld id="{86CB4B4D-7CA3-9044-876B-883B54F8677D}" type="slidenum">
              <a:rPr>
                <a:solidFill>
                  <a:srgbClr val="1D1D1A"/>
                </a:solidFill>
              </a:rPr>
              <a:t>‹#›</a:t>
            </a:fld>
            <a:endParaRPr>
              <a:solidFill>
                <a:srgbClr val="1D1D1A"/>
              </a:solidFill>
            </a:endParaRPr>
          </a:p>
        </p:txBody>
      </p:sp>
    </p:spTree>
    <p:extLst>
      <p:ext uri="{BB962C8B-B14F-4D97-AF65-F5344CB8AC3E}">
        <p14:creationId xmlns:p14="http://schemas.microsoft.com/office/powerpoint/2010/main" val="3538327652"/>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3_节标题">
    <p:bg>
      <p:bgPr>
        <a:gradFill flip="none" rotWithShape="1">
          <a:gsLst>
            <a:gs pos="0">
              <a:srgbClr val="F4F4F4"/>
            </a:gs>
            <a:gs pos="35000">
              <a:srgbClr val="D4D4D4"/>
            </a:gs>
            <a:gs pos="100000">
              <a:srgbClr val="BABBBB"/>
            </a:gs>
          </a:gsLst>
          <a:lin ang="2700000" scaled="1"/>
          <a:tileRect/>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50910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Contents page">
    <p:bg>
      <p:bgPr>
        <a:solidFill>
          <a:srgbClr val="EBEBEB"/>
        </a:solidFill>
        <a:effectLst/>
      </p:bgPr>
    </p:bg>
    <p:spTree>
      <p:nvGrpSpPr>
        <p:cNvPr id="1" name=""/>
        <p:cNvGrpSpPr/>
        <p:nvPr/>
      </p:nvGrpSpPr>
      <p:grpSpPr>
        <a:xfrm>
          <a:off x="0" y="0"/>
          <a:ext cx="0" cy="0"/>
          <a:chOff x="0" y="0"/>
          <a:chExt cx="0" cy="0"/>
        </a:xfrm>
      </p:grpSpPr>
      <p:sp>
        <p:nvSpPr>
          <p:cNvPr id="2" name="矩形 1"/>
          <p:cNvSpPr/>
          <p:nvPr userDrawn="1"/>
        </p:nvSpPr>
        <p:spPr>
          <a:xfrm>
            <a:off x="-3731" y="-88900"/>
            <a:ext cx="12196763" cy="69469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Text Placeholder 7"/>
          <p:cNvSpPr>
            <a:spLocks noGrp="1"/>
          </p:cNvSpPr>
          <p:nvPr>
            <p:ph type="body" sz="quarter" idx="10" hasCustomPrompt="1"/>
          </p:nvPr>
        </p:nvSpPr>
        <p:spPr>
          <a:xfrm>
            <a:off x="1033620" y="1843090"/>
            <a:ext cx="10122060" cy="3013725"/>
          </a:xfrm>
          <a:prstGeom prst="rect">
            <a:avLst/>
          </a:prstGeom>
        </p:spPr>
        <p:txBody>
          <a:bodyPr tIns="90000" bIns="90000"/>
          <a:lstStyle>
            <a:lvl1pPr marL="412750" indent="-398145">
              <a:lnSpc>
                <a:spcPct val="70000"/>
              </a:lnSpc>
              <a:buFont typeface="+mj-lt"/>
              <a:buAutoNum type="arabicPeriod"/>
              <a:defRPr sz="2200">
                <a:solidFill>
                  <a:schemeClr val="tx1"/>
                </a:solidFill>
                <a:latin typeface="微软雅黑" panose="020B0503020204020204" pitchFamily="34" charset="-122"/>
                <a:ea typeface="微软雅黑" panose="020B0503020204020204" pitchFamily="34" charset="-122"/>
              </a:defRPr>
            </a:lvl1pPr>
            <a:lvl2pPr marL="412750" indent="-398145">
              <a:buFont typeface="+mj-lt"/>
              <a:buAutoNum type="arabicPeriod"/>
              <a:defRPr/>
            </a:lvl2pPr>
            <a:lvl3pPr marL="13970" indent="0">
              <a:buFont typeface="+mj-lt"/>
              <a:buNone/>
              <a:defRPr sz="2200">
                <a:latin typeface="微软雅黑" panose="020B0503020204020204" pitchFamily="34" charset="-122"/>
                <a:ea typeface="微软雅黑" panose="020B0503020204020204" pitchFamily="34" charset="-122"/>
              </a:defRPr>
            </a:lvl3pPr>
            <a:lvl4pPr marL="13970" indent="0">
              <a:buFont typeface="+mj-lt"/>
              <a:buNone/>
              <a:defRPr sz="2200">
                <a:latin typeface="微软雅黑" panose="020B0503020204020204" pitchFamily="34" charset="-122"/>
                <a:ea typeface="微软雅黑" panose="020B0503020204020204" pitchFamily="34" charset="-122"/>
              </a:defRPr>
            </a:lvl4pPr>
            <a:lvl5pPr marL="13970" indent="0">
              <a:buFont typeface="+mj-lt"/>
              <a:buNone/>
              <a:defRPr sz="2200">
                <a:latin typeface="微软雅黑" panose="020B0503020204020204" pitchFamily="34" charset="-122"/>
                <a:ea typeface="微软雅黑" panose="020B0503020204020204" pitchFamily="34" charset="-122"/>
              </a:defRPr>
            </a:lvl5pPr>
          </a:lstStyle>
          <a:p>
            <a:pPr lvl="0"/>
            <a:r>
              <a:rPr lang="zh-CN" altLang="en-US" dirty="0"/>
              <a:t>单击此处添加文本</a:t>
            </a:r>
            <a:endParaRPr lang="en-US" altLang="zh-CN" dirty="0"/>
          </a:p>
        </p:txBody>
      </p:sp>
      <p:cxnSp>
        <p:nvCxnSpPr>
          <p:cNvPr id="3" name="直线连接符 14"/>
          <p:cNvCxnSpPr/>
          <p:nvPr userDrawn="1"/>
        </p:nvCxnSpPr>
        <p:spPr>
          <a:xfrm flipH="1">
            <a:off x="1029919"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4" name="文本框 16"/>
          <p:cNvSpPr txBox="1"/>
          <p:nvPr userDrawn="1"/>
        </p:nvSpPr>
        <p:spPr>
          <a:xfrm>
            <a:off x="918917" y="630375"/>
            <a:ext cx="1147485" cy="653509"/>
          </a:xfrm>
          <a:prstGeom prst="rect">
            <a:avLst/>
          </a:prstGeom>
          <a:noFill/>
        </p:spPr>
        <p:txBody>
          <a:bodyPr wrap="none" rtlCol="0">
            <a:spAutoFit/>
          </a:bodyPr>
          <a:lstStyle/>
          <a:p>
            <a:r>
              <a:rPr kumimoji="1" lang="zh-CN" altLang="en-US" sz="3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目录</a:t>
            </a:r>
          </a:p>
        </p:txBody>
      </p:sp>
      <p:pic>
        <p:nvPicPr>
          <p:cNvPr id="6" name="图片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95999" y="6321130"/>
            <a:ext cx="1269075" cy="277546"/>
          </a:xfrm>
          <a:prstGeom prst="rect">
            <a:avLst/>
          </a:prstGeom>
        </p:spPr>
      </p:pic>
    </p:spTree>
    <p:extLst>
      <p:ext uri="{BB962C8B-B14F-4D97-AF65-F5344CB8AC3E}">
        <p14:creationId xmlns:p14="http://schemas.microsoft.com/office/powerpoint/2010/main" val="13102751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Chinese text pag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微软雅黑" panose="020B0503020204020204" pitchFamily="34" charset="-122"/>
                <a:ea typeface="微软雅黑" panose="020B0503020204020204" pitchFamily="34" charset="-122"/>
              </a:defRPr>
            </a:lvl1pPr>
            <a:lvl2pPr marL="593725" indent="0" algn="ctr">
              <a:buNone/>
              <a:defRPr sz="2595"/>
            </a:lvl2pPr>
            <a:lvl3pPr marL="1187450" indent="0" algn="ctr">
              <a:buNone/>
              <a:defRPr sz="2335"/>
            </a:lvl3pPr>
            <a:lvl4pPr marL="1781175" indent="0" algn="ctr">
              <a:buNone/>
              <a:defRPr sz="2080"/>
            </a:lvl4pPr>
            <a:lvl5pPr marL="2374900" indent="0" algn="ctr">
              <a:buNone/>
              <a:defRPr sz="2080"/>
            </a:lvl5pPr>
            <a:lvl6pPr marL="2968625" indent="0" algn="ctr">
              <a:buNone/>
              <a:defRPr sz="2080"/>
            </a:lvl6pPr>
            <a:lvl7pPr marL="3561715" indent="0" algn="ctr">
              <a:buNone/>
              <a:defRPr sz="2080"/>
            </a:lvl7pPr>
            <a:lvl8pPr marL="4155440" indent="0" algn="ctr">
              <a:buNone/>
              <a:defRPr sz="2080"/>
            </a:lvl8pPr>
            <a:lvl9pPr marL="4749165" indent="0" algn="ctr">
              <a:buNone/>
              <a:defRPr sz="2080"/>
            </a:lvl9pPr>
          </a:lstStyle>
          <a:p>
            <a:r>
              <a:rPr lang="zh-CN" altLang="en-US" dirty="0"/>
              <a:t>单击此处添加标题</a:t>
            </a:r>
            <a:endParaRPr lang="en-US" dirty="0"/>
          </a:p>
        </p:txBody>
      </p:sp>
      <p:sp>
        <p:nvSpPr>
          <p:cNvPr id="7" name="Content Placeholder 2"/>
          <p:cNvSpPr>
            <a:spLocks noGrp="1"/>
          </p:cNvSpPr>
          <p:nvPr>
            <p:ph idx="10" hasCustomPrompt="1"/>
          </p:nvPr>
        </p:nvSpPr>
        <p:spPr>
          <a:xfrm>
            <a:off x="736909" y="1501989"/>
            <a:ext cx="10733557" cy="4690459"/>
          </a:xfrm>
          <a:prstGeom prst="rect">
            <a:avLst/>
          </a:prstGeom>
        </p:spPr>
        <p:txBody>
          <a:bodyPr lIns="0" tIns="0" rIns="0" bIns="0"/>
          <a:lstStyle>
            <a:lvl1pPr marL="12065" indent="0">
              <a:lnSpc>
                <a:spcPct val="100000"/>
              </a:lnSpc>
              <a:spcBef>
                <a:spcPts val="0"/>
              </a:spcBef>
              <a:buFontTx/>
              <a:buNone/>
              <a:tabLst>
                <a:tab pos="1207770" algn="ctr"/>
              </a:tabLst>
              <a:defRPr sz="1800" baseline="0">
                <a:solidFill>
                  <a:schemeClr val="tx1"/>
                </a:solidFill>
                <a:latin typeface="微软雅黑" panose="020B0503020204020204" pitchFamily="34" charset="-122"/>
                <a:ea typeface="微软雅黑" panose="020B0503020204020204" pitchFamily="34" charset="-122"/>
                <a:cs typeface="Arial" panose="020B0604020202020204" pitchFamily="34" charset="0"/>
              </a:defRPr>
            </a:lvl1pPr>
            <a:lvl2pPr marL="525780" indent="-170815">
              <a:buFont typeface="Arial" panose="020B0604020202020204" pitchFamily="34" charset="0"/>
              <a:buChar char="•"/>
              <a:tabLst>
                <a:tab pos="1207770" algn="ctr"/>
              </a:tabLst>
              <a:defRPr sz="1300" baseline="0"/>
            </a:lvl2pPr>
            <a:lvl3pPr marL="525780" indent="-170815">
              <a:buFont typeface="Arial" panose="020B0604020202020204" pitchFamily="34" charset="0"/>
              <a:buChar char="•"/>
              <a:tabLst>
                <a:tab pos="1207770" algn="ctr"/>
              </a:tabLst>
              <a:defRPr sz="1300" baseline="0"/>
            </a:lvl3pPr>
            <a:lvl4pPr marL="525780" indent="-170815">
              <a:buFont typeface="Arial" panose="020B0604020202020204" pitchFamily="34" charset="0"/>
              <a:buChar char="•"/>
              <a:tabLst>
                <a:tab pos="1207770" algn="ctr"/>
              </a:tabLst>
              <a:defRPr sz="1300" baseline="0"/>
            </a:lvl4pPr>
            <a:lvl5pPr marL="525780" indent="-170815">
              <a:buFont typeface="Arial" panose="020B0604020202020204" pitchFamily="34" charset="0"/>
              <a:buChar char="•"/>
              <a:tabLst>
                <a:tab pos="1207770" algn="ctr"/>
              </a:tabLst>
              <a:defRPr sz="1300" baseline="0"/>
            </a:lvl5pPr>
          </a:lstStyle>
          <a:p>
            <a:pPr lvl="0"/>
            <a:r>
              <a:rPr lang="zh-CN" altLang="en-US" dirty="0"/>
              <a:t>单击此处添加文本</a:t>
            </a:r>
            <a:endParaRPr lang="en-US" dirty="0"/>
          </a:p>
        </p:txBody>
      </p:sp>
    </p:spTree>
    <p:extLst>
      <p:ext uri="{BB962C8B-B14F-4D97-AF65-F5344CB8AC3E}">
        <p14:creationId xmlns:p14="http://schemas.microsoft.com/office/powerpoint/2010/main" val="327605178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31857" y="44442"/>
            <a:ext cx="10756714" cy="782457"/>
          </a:xfrm>
        </p:spPr>
        <p:txBody>
          <a:bodyPr/>
          <a:lstStyle/>
          <a:p>
            <a:r>
              <a:rPr lang="zh-CN" altLang="en-US"/>
              <a:t>单击此处编辑母版标题样式</a:t>
            </a:r>
          </a:p>
        </p:txBody>
      </p:sp>
      <p:sp>
        <p:nvSpPr>
          <p:cNvPr id="3" name="内容占位符 2"/>
          <p:cNvSpPr>
            <a:spLocks noGrp="1"/>
          </p:cNvSpPr>
          <p:nvPr>
            <p:ph idx="1"/>
          </p:nvPr>
        </p:nvSpPr>
        <p:spPr>
          <a:xfrm>
            <a:off x="527120" y="1052269"/>
            <a:ext cx="10756714" cy="452491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0"/>
          <p:cNvSpPr>
            <a:spLocks noGrp="1" noChangeArrowheads="1"/>
          </p:cNvSpPr>
          <p:nvPr>
            <p:ph type="dt" sz="half" idx="10"/>
          </p:nvPr>
        </p:nvSpPr>
        <p:spPr>
          <a:xfrm>
            <a:off x="4658334" y="6256478"/>
            <a:ext cx="1628987" cy="601524"/>
          </a:xfrm>
        </p:spPr>
        <p:txBody>
          <a:bodyPr/>
          <a:lstStyle>
            <a:lvl1pPr>
              <a:defRPr/>
            </a:lvl1pPr>
          </a:lstStyle>
          <a:p>
            <a:pPr>
              <a:defRPr/>
            </a:pPr>
            <a:endParaRPr lang="de-DE" altLang="zh-CN"/>
          </a:p>
          <a:p>
            <a:pPr>
              <a:defRPr/>
            </a:pPr>
            <a:r>
              <a:rPr lang="de-DE" altLang="zh-CN"/>
              <a:t>Page </a:t>
            </a:r>
            <a:fld id="{0B0105D5-78A0-497E-9252-4C05897F765A}" type="slidenum">
              <a:rPr lang="de-DE" altLang="zh-CN"/>
              <a:t>‹#›</a:t>
            </a:fld>
            <a:endParaRPr lang="en-GB" altLang="zh-CN"/>
          </a:p>
        </p:txBody>
      </p:sp>
    </p:spTree>
    <p:extLst>
      <p:ext uri="{BB962C8B-B14F-4D97-AF65-F5344CB8AC3E}">
        <p14:creationId xmlns:p14="http://schemas.microsoft.com/office/powerpoint/2010/main" val="38191898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sp>
        <p:nvSpPr>
          <p:cNvPr id="2" name="标题 1"/>
          <p:cNvSpPr>
            <a:spLocks noGrp="1"/>
          </p:cNvSpPr>
          <p:nvPr>
            <p:ph type="title"/>
          </p:nvPr>
        </p:nvSpPr>
        <p:spPr>
          <a:xfrm>
            <a:off x="431873" y="44444"/>
            <a:ext cx="10756995" cy="782457"/>
          </a:xfrm>
        </p:spPr>
        <p:txBody>
          <a:bodyPr/>
          <a:lstStyle>
            <a:lvl1pPr>
              <a:defRPr sz="2795">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283688711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597" y="1122363"/>
            <a:ext cx="9147572" cy="2387600"/>
          </a:xfrm>
        </p:spPr>
        <p:txBody>
          <a:bodyPr anchor="b"/>
          <a:lstStyle>
            <a:lvl1pPr algn="ctr">
              <a:defRPr sz="5980"/>
            </a:lvl1pPr>
          </a:lstStyle>
          <a:p>
            <a:r>
              <a:rPr lang="zh-CN" altLang="en-US"/>
              <a:t>单击此处编辑母版标题样式</a:t>
            </a:r>
          </a:p>
        </p:txBody>
      </p:sp>
      <p:sp>
        <p:nvSpPr>
          <p:cNvPr id="3" name="副标题 2"/>
          <p:cNvSpPr>
            <a:spLocks noGrp="1"/>
          </p:cNvSpPr>
          <p:nvPr>
            <p:ph type="subTitle" idx="1"/>
          </p:nvPr>
        </p:nvSpPr>
        <p:spPr>
          <a:xfrm>
            <a:off x="1524597" y="3602038"/>
            <a:ext cx="9147572" cy="1655762"/>
          </a:xfrm>
        </p:spPr>
        <p:txBody>
          <a:bodyPr/>
          <a:lstStyle>
            <a:lvl1pPr marL="0" indent="0" algn="ctr">
              <a:buNone/>
              <a:defRPr sz="2395"/>
            </a:lvl1pPr>
            <a:lvl2pPr marL="455930" indent="0" algn="ctr">
              <a:buNone/>
              <a:defRPr sz="1995"/>
            </a:lvl2pPr>
            <a:lvl3pPr marL="911860" indent="0" algn="ctr">
              <a:buNone/>
              <a:defRPr sz="1795"/>
            </a:lvl3pPr>
            <a:lvl4pPr marL="1367790" indent="0" algn="ctr">
              <a:buNone/>
              <a:defRPr sz="1595"/>
            </a:lvl4pPr>
            <a:lvl5pPr marL="1823720" indent="0" algn="ctr">
              <a:buNone/>
              <a:defRPr sz="1595"/>
            </a:lvl5pPr>
            <a:lvl6pPr marL="2279015" indent="0" algn="ctr">
              <a:buNone/>
              <a:defRPr sz="1595"/>
            </a:lvl6pPr>
            <a:lvl7pPr marL="2735580" indent="0" algn="ctr">
              <a:buNone/>
              <a:defRPr sz="1595"/>
            </a:lvl7pPr>
            <a:lvl8pPr marL="3190875" indent="0" algn="ctr">
              <a:buNone/>
              <a:defRPr sz="1595"/>
            </a:lvl8pPr>
            <a:lvl9pPr marL="3646805" indent="0" algn="ctr">
              <a:buNone/>
              <a:defRPr sz="1595"/>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2026/8/14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5732176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8" name="Rectangle 13"/>
          <p:cNvSpPr>
            <a:spLocks noGrp="1" noChangeArrowheads="1"/>
          </p:cNvSpPr>
          <p:nvPr>
            <p:ph type="title"/>
          </p:nvPr>
        </p:nvSpPr>
        <p:spPr bwMode="auto">
          <a:xfrm>
            <a:off x="430364" y="218039"/>
            <a:ext cx="11270102" cy="504775"/>
          </a:xfrm>
          <a:prstGeom prst="rect">
            <a:avLst/>
          </a:prstGeom>
        </p:spPr>
        <p:txBody>
          <a:bodyPr lIns="121883" tIns="60944" rIns="121883" bIns="60944" anchor="ctr"/>
          <a:lstStyle>
            <a:lvl1pPr>
              <a:defRPr sz="2800">
                <a:solidFill>
                  <a:srgbClr val="C00000"/>
                </a:solidFill>
                <a:latin typeface="+mj-ea"/>
                <a:ea typeface="+mj-ea"/>
              </a:defRPr>
            </a:lvl1pPr>
          </a:lstStyle>
          <a:p>
            <a:pPr lvl="0"/>
            <a:r>
              <a:rPr lang="en-US" altLang="zh-CN" dirty="0"/>
              <a:t>Click to edit Master title style</a:t>
            </a:r>
            <a:endParaRPr lang="zh-CN" altLang="en-US" dirty="0"/>
          </a:p>
        </p:txBody>
      </p:sp>
      <p:sp>
        <p:nvSpPr>
          <p:cNvPr id="9" name="Rectangle 68"/>
          <p:cNvSpPr>
            <a:spLocks noGrp="1" noChangeArrowheads="1"/>
          </p:cNvSpPr>
          <p:nvPr>
            <p:ph idx="1"/>
          </p:nvPr>
        </p:nvSpPr>
        <p:spPr bwMode="auto">
          <a:xfrm>
            <a:off x="430364" y="792484"/>
            <a:ext cx="11270102" cy="5487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0118" tIns="40058" rIns="80118" bIns="40058" numCol="1" anchor="t" anchorCtr="0" compatLnSpc="1"/>
          <a:lstStyle>
            <a:lvl1pPr>
              <a:defRPr>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en-US" altLang="zh-CN" dirty="0"/>
              <a:t>Click to edit Master text styles</a:t>
            </a:r>
            <a:endParaRPr lang="zh-CN" altLang="en-US" dirty="0"/>
          </a:p>
          <a:p>
            <a:pPr lvl="1"/>
            <a:r>
              <a:rPr lang="en-US" altLang="zh-CN" dirty="0"/>
              <a:t>Second level</a:t>
            </a:r>
            <a:endParaRPr lang="zh-CN" altLang="en-US" dirty="0"/>
          </a:p>
          <a:p>
            <a:pPr lvl="2"/>
            <a:r>
              <a:rPr lang="en-US" altLang="zh-CN" dirty="0"/>
              <a:t>Third level</a:t>
            </a:r>
            <a:endParaRPr lang="zh-CN" altLang="en-US" dirty="0"/>
          </a:p>
          <a:p>
            <a:pPr lvl="3"/>
            <a:r>
              <a:rPr lang="en-US" altLang="zh-CN" dirty="0"/>
              <a:t>Fourth level</a:t>
            </a:r>
            <a:endParaRPr lang="zh-CN" altLang="en-US" dirty="0"/>
          </a:p>
          <a:p>
            <a:pPr lvl="4"/>
            <a:r>
              <a:rPr lang="en-US" altLang="zh-CN" dirty="0"/>
              <a:t>Fifth level</a:t>
            </a:r>
            <a:endParaRPr lang="zh-CN" altLang="en-US" dirty="0"/>
          </a:p>
        </p:txBody>
      </p:sp>
    </p:spTree>
    <p:extLst>
      <p:ext uri="{BB962C8B-B14F-4D97-AF65-F5344CB8AC3E}">
        <p14:creationId xmlns:p14="http://schemas.microsoft.com/office/powerpoint/2010/main" val="8609908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Chapter page">
    <p:spTree>
      <p:nvGrpSpPr>
        <p:cNvPr id="1" name=""/>
        <p:cNvGrpSpPr/>
        <p:nvPr/>
      </p:nvGrpSpPr>
      <p:grpSpPr>
        <a:xfrm>
          <a:off x="0" y="0"/>
          <a:ext cx="0" cy="0"/>
          <a:chOff x="0" y="0"/>
          <a:chExt cx="0" cy="0"/>
        </a:xfrm>
      </p:grpSpPr>
      <p:sp>
        <p:nvSpPr>
          <p:cNvPr id="4" name="Content Placeholder 2"/>
          <p:cNvSpPr>
            <a:spLocks noGrp="1"/>
          </p:cNvSpPr>
          <p:nvPr>
            <p:ph idx="11" hasCustomPrompt="1"/>
          </p:nvPr>
        </p:nvSpPr>
        <p:spPr>
          <a:xfrm>
            <a:off x="726022" y="1512877"/>
            <a:ext cx="10733557" cy="4690459"/>
          </a:xfrm>
          <a:prstGeom prst="rect">
            <a:avLst/>
          </a:prstGeom>
        </p:spPr>
        <p:txBody>
          <a:bodyPr lIns="0" tIns="0" rIns="0" bIns="0"/>
          <a:lstStyle>
            <a:lvl1pPr marL="179705" marR="0" indent="-168275" algn="l" defTabSz="1187450"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tab pos="1207135" algn="ctr"/>
              </a:tabLst>
              <a:defRPr sz="1800" baseline="0">
                <a:solidFill>
                  <a:schemeClr val="tx1"/>
                </a:solidFill>
                <a:latin typeface="+mn-lt"/>
                <a:ea typeface="微软雅黑" panose="020B0503020204020204" pitchFamily="34" charset="-122"/>
                <a:cs typeface="Arial" panose="020B0604020202020204" pitchFamily="34" charset="0"/>
              </a:defRPr>
            </a:lvl1pPr>
            <a:lvl2pPr marL="446405" marR="0" indent="-285750" algn="l" defTabSz="1187450" rtl="0" eaLnBrk="1" fontAlgn="auto" latinLnBrk="0" hangingPunct="1">
              <a:lnSpc>
                <a:spcPct val="100000"/>
              </a:lnSpc>
              <a:spcBef>
                <a:spcPts val="0"/>
              </a:spcBef>
              <a:spcAft>
                <a:spcPts val="600"/>
              </a:spcAft>
              <a:buClr>
                <a:schemeClr val="tx1"/>
              </a:buClr>
              <a:buSzTx/>
              <a:buFont typeface=".AppleSystemUIFont"/>
              <a:buChar char="&gt;"/>
              <a:tabLst>
                <a:tab pos="1207135" algn="ctr"/>
              </a:tabLst>
              <a:defRPr sz="1600" baseline="0">
                <a:latin typeface="+mn-lt"/>
                <a:ea typeface="微软雅黑" panose="020B0503020204020204" pitchFamily="34" charset="-122"/>
              </a:defRPr>
            </a:lvl2pPr>
            <a:lvl3pPr marL="1097915" marR="0" indent="-168275" algn="l" defTabSz="1187450" rtl="0" eaLnBrk="1" fontAlgn="auto" latinLnBrk="0" hangingPunct="1">
              <a:lnSpc>
                <a:spcPct val="100000"/>
              </a:lnSpc>
              <a:spcBef>
                <a:spcPts val="0"/>
              </a:spcBef>
              <a:spcAft>
                <a:spcPts val="600"/>
              </a:spcAft>
              <a:buClr>
                <a:schemeClr val="tx1"/>
              </a:buClr>
              <a:buSzTx/>
              <a:buFont typeface=".AppleSystemUIFont"/>
              <a:buChar char="-"/>
              <a:tabLst>
                <a:tab pos="1207135" algn="ctr"/>
              </a:tabLst>
              <a:defRPr sz="1300" baseline="0">
                <a:latin typeface="+mn-lt"/>
                <a:ea typeface="微软雅黑" panose="020B0503020204020204" pitchFamily="34" charset="-122"/>
              </a:defRPr>
            </a:lvl3pPr>
            <a:lvl4pPr marL="525780" indent="-171450">
              <a:buFont typeface="Arial" panose="020B0604020202020204" pitchFamily="34" charset="0"/>
              <a:buChar char="•"/>
              <a:tabLst>
                <a:tab pos="1207770" algn="ctr"/>
              </a:tabLst>
              <a:defRPr sz="1300" baseline="0"/>
            </a:lvl4pPr>
            <a:lvl5pPr marL="525780" indent="-171450">
              <a:buFont typeface="Arial" panose="020B0604020202020204" pitchFamily="34" charset="0"/>
              <a:buChar char="•"/>
              <a:tabLst>
                <a:tab pos="1207770" algn="ctr"/>
              </a:tabLst>
              <a:defRPr sz="1300" baseline="0"/>
            </a:lvl5pPr>
          </a:lstStyle>
          <a:p>
            <a:pPr lvl="0"/>
            <a:r>
              <a:rPr lang="en-US" dirty="0"/>
              <a:t>Click to edit Master text style</a:t>
            </a:r>
          </a:p>
          <a:p>
            <a:pPr marL="328930" marR="0" lvl="1" indent="-168275" algn="l" defTabSz="1187450"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7135" algn="ctr"/>
              </a:tabLst>
              <a:defRPr/>
            </a:pPr>
            <a:r>
              <a:rPr lang="en-US" dirty="0"/>
              <a:t>Click to edit Master text style</a:t>
            </a:r>
          </a:p>
          <a:p>
            <a:pPr marL="1097915" marR="0" lvl="2" indent="-168275" algn="l" defTabSz="1187450"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7135" algn="ctr"/>
              </a:tabLst>
              <a:defRPr/>
            </a:pPr>
            <a:r>
              <a:rPr lang="en-US" dirty="0"/>
              <a:t>Click to edit Master text style</a:t>
            </a:r>
          </a:p>
          <a:p>
            <a:pPr marL="1097915" marR="0" lvl="2" indent="-168275" algn="l" defTabSz="1187450"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7135" algn="ctr"/>
              </a:tabLst>
              <a:defRPr/>
            </a:pPr>
            <a:endParaRPr lang="en-US" altLang="zh-CN" dirty="0"/>
          </a:p>
        </p:txBody>
      </p:sp>
      <p:sp>
        <p:nvSpPr>
          <p:cNvPr id="3" name="Subtitle 2"/>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593725" indent="0" algn="ctr">
              <a:buNone/>
              <a:defRPr sz="2600"/>
            </a:lvl2pPr>
            <a:lvl3pPr marL="1187450" indent="0" algn="ctr">
              <a:buNone/>
              <a:defRPr sz="2340"/>
            </a:lvl3pPr>
            <a:lvl4pPr marL="1781175" indent="0" algn="ctr">
              <a:buNone/>
              <a:defRPr sz="2080"/>
            </a:lvl4pPr>
            <a:lvl5pPr marL="2374900" indent="0" algn="ctr">
              <a:buNone/>
              <a:defRPr sz="2080"/>
            </a:lvl5pPr>
            <a:lvl6pPr marL="2967990" indent="0" algn="ctr">
              <a:buNone/>
              <a:defRPr sz="2080"/>
            </a:lvl6pPr>
            <a:lvl7pPr marL="3562350" indent="0" algn="ctr">
              <a:buNone/>
              <a:defRPr sz="2080"/>
            </a:lvl7pPr>
            <a:lvl8pPr marL="4155440" indent="0" algn="ctr">
              <a:buNone/>
              <a:defRPr sz="2080"/>
            </a:lvl8pPr>
            <a:lvl9pPr marL="4749165" indent="0" algn="ctr">
              <a:buNone/>
              <a:defRPr sz="2080"/>
            </a:lvl9pPr>
          </a:lstStyle>
          <a:p>
            <a:r>
              <a:rPr lang="en-US" dirty="0"/>
              <a:t>Click to edit Master title style</a:t>
            </a:r>
          </a:p>
        </p:txBody>
      </p:sp>
    </p:spTree>
    <p:extLst>
      <p:ext uri="{BB962C8B-B14F-4D97-AF65-F5344CB8AC3E}">
        <p14:creationId xmlns:p14="http://schemas.microsoft.com/office/powerpoint/2010/main" val="254096394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8_Chinese text pag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9194" y="456134"/>
            <a:ext cx="10740920" cy="993400"/>
          </a:xfrm>
          <a:prstGeom prst="rect">
            <a:avLst/>
          </a:prstGeom>
        </p:spPr>
        <p:txBody>
          <a:bodyPr lIns="0" tIns="0" rIns="0" bIns="0" anchor="t">
            <a:normAutofit/>
          </a:bodyPr>
          <a:lstStyle>
            <a:lvl1pPr marL="0" indent="0" algn="l">
              <a:lnSpc>
                <a:spcPts val="3425"/>
              </a:lnSpc>
              <a:spcBef>
                <a:spcPts val="0"/>
              </a:spcBef>
              <a:buNone/>
              <a:defRPr sz="2795" baseline="0">
                <a:solidFill>
                  <a:schemeClr val="tx1"/>
                </a:solidFill>
                <a:latin typeface="微软雅黑" panose="020B0503020204020204" pitchFamily="34" charset="-122"/>
                <a:ea typeface="微软雅黑" panose="020B0503020204020204" pitchFamily="34" charset="-122"/>
              </a:defRPr>
            </a:lvl1pPr>
            <a:lvl2pPr marL="592455" indent="0" algn="ctr">
              <a:buNone/>
              <a:defRPr sz="2590"/>
            </a:lvl2pPr>
            <a:lvl3pPr marL="1184910" indent="0" algn="ctr">
              <a:buNone/>
              <a:defRPr sz="2330"/>
            </a:lvl3pPr>
            <a:lvl4pPr marL="1777365" indent="0" algn="ctr">
              <a:buNone/>
              <a:defRPr sz="2075"/>
            </a:lvl4pPr>
            <a:lvl5pPr marL="2369820" indent="0" algn="ctr">
              <a:buNone/>
              <a:defRPr sz="2075"/>
            </a:lvl5pPr>
            <a:lvl6pPr marL="2961005" indent="0" algn="ctr">
              <a:buNone/>
              <a:defRPr sz="2075"/>
            </a:lvl6pPr>
            <a:lvl7pPr marL="3553460" indent="0" algn="ctr">
              <a:buNone/>
              <a:defRPr sz="2075"/>
            </a:lvl7pPr>
            <a:lvl8pPr marL="4145915" indent="0" algn="ctr">
              <a:buNone/>
              <a:defRPr sz="2075"/>
            </a:lvl8pPr>
            <a:lvl9pPr marL="4737735" indent="0" algn="ctr">
              <a:buNone/>
              <a:defRPr sz="2075"/>
            </a:lvl9pPr>
          </a:lstStyle>
          <a:p>
            <a:r>
              <a:rPr lang="zh-CN" altLang="en-US" dirty="0"/>
              <a:t>单击此处添加标题</a:t>
            </a:r>
            <a:endParaRPr lang="en-US" dirty="0"/>
          </a:p>
        </p:txBody>
      </p:sp>
    </p:spTree>
    <p:extLst>
      <p:ext uri="{BB962C8B-B14F-4D97-AF65-F5344CB8AC3E}">
        <p14:creationId xmlns:p14="http://schemas.microsoft.com/office/powerpoint/2010/main" val="187745650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9479" y="456138"/>
            <a:ext cx="10745116" cy="400601"/>
          </a:xfrm>
          <a:prstGeom prst="rect">
            <a:avLst/>
          </a:prstGeom>
        </p:spPr>
        <p:txBody>
          <a:bodyPr lIns="0" tIns="0" rIns="0" bIns="0" anchor="t">
            <a:normAutofit/>
          </a:bodyPr>
          <a:lstStyle>
            <a:lvl1pPr marL="0" indent="0" algn="l">
              <a:lnSpc>
                <a:spcPts val="3430"/>
              </a:lnSpc>
              <a:spcBef>
                <a:spcPts val="0"/>
              </a:spcBef>
              <a:buNone/>
              <a:defRPr sz="2800" b="0" baseline="0">
                <a:solidFill>
                  <a:srgbClr val="A72126"/>
                </a:solidFill>
                <a:latin typeface="方正兰亭粗黑简体" panose="02000000000000000000" pitchFamily="2" charset="-122"/>
                <a:ea typeface="方正兰亭粗黑简体" panose="02000000000000000000" pitchFamily="2" charset="-122"/>
              </a:defRPr>
            </a:lvl1pPr>
            <a:lvl2pPr marL="593725" indent="0" algn="ctr">
              <a:buNone/>
              <a:defRPr sz="2600"/>
            </a:lvl2pPr>
            <a:lvl3pPr marL="1186815" indent="0" algn="ctr">
              <a:buNone/>
              <a:defRPr sz="2340"/>
            </a:lvl3pPr>
            <a:lvl4pPr marL="1780540" indent="0" algn="ctr">
              <a:buNone/>
              <a:defRPr sz="2080"/>
            </a:lvl4pPr>
            <a:lvl5pPr marL="2374265" indent="0" algn="ctr">
              <a:buNone/>
              <a:defRPr sz="2080"/>
            </a:lvl5pPr>
            <a:lvl6pPr marL="2966720" indent="0" algn="ctr">
              <a:buNone/>
              <a:defRPr sz="2080"/>
            </a:lvl6pPr>
            <a:lvl7pPr marL="3561080" indent="0" algn="ctr">
              <a:buNone/>
              <a:defRPr sz="2080"/>
            </a:lvl7pPr>
            <a:lvl8pPr marL="4154170" indent="0" algn="ctr">
              <a:buNone/>
              <a:defRPr sz="2080"/>
            </a:lvl8pPr>
            <a:lvl9pPr marL="4747260" indent="0" algn="ctr">
              <a:buNone/>
              <a:defRPr sz="2080"/>
            </a:lvl9pPr>
          </a:lstStyle>
          <a:p>
            <a:r>
              <a:rPr lang="zh-CN" altLang="en-US" dirty="0"/>
              <a:t>单击此处添加标题</a:t>
            </a:r>
            <a:endParaRPr lang="en-US" dirty="0"/>
          </a:p>
        </p:txBody>
      </p:sp>
    </p:spTree>
    <p:extLst>
      <p:ext uri="{BB962C8B-B14F-4D97-AF65-F5344CB8AC3E}">
        <p14:creationId xmlns:p14="http://schemas.microsoft.com/office/powerpoint/2010/main" val="313486433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4" name="TextBox 3"/>
          <p:cNvSpPr txBox="1"/>
          <p:nvPr userDrawn="1"/>
        </p:nvSpPr>
        <p:spPr>
          <a:xfrm>
            <a:off x="734133" y="6402810"/>
            <a:ext cx="499729" cy="138499"/>
          </a:xfrm>
          <a:prstGeom prst="rect">
            <a:avLst/>
          </a:prstGeom>
          <a:noFill/>
        </p:spPr>
        <p:txBody>
          <a:bodyPr wrap="square" lIns="0" tIns="0" rIns="0" bIns="0" rtlCol="0">
            <a:spAutoFit/>
          </a:bodyPr>
          <a:lstStyle/>
          <a:p>
            <a:pPr marL="0" marR="0" lvl="0" indent="0" algn="l" defTabSz="890270" rtl="0" eaLnBrk="1" fontAlgn="auto" latinLnBrk="0" hangingPunct="1">
              <a:lnSpc>
                <a:spcPct val="100000"/>
              </a:lnSpc>
              <a:spcBef>
                <a:spcPts val="0"/>
              </a:spcBef>
              <a:spcAft>
                <a:spcPts val="0"/>
              </a:spcAft>
              <a:buClrTx/>
              <a:buSzTx/>
              <a:buFontTx/>
              <a:buNone/>
              <a:defRPr/>
            </a:pPr>
            <a:fld id="{C3837181-38C6-AD4F-B8BA-B444770388BB}" type="slidenum">
              <a:rPr lang="en-US" sz="900" smtClean="0">
                <a:solidFill>
                  <a:srgbClr val="1D1D1B"/>
                </a:solidFill>
                <a:latin typeface="Arial" panose="020B0604020202020204" pitchFamily="34" charset="0"/>
                <a:cs typeface="Arial" panose="020B0604020202020204" pitchFamily="34" charset="0"/>
              </a:rPr>
              <a:pPr marL="0" marR="0" lvl="0" indent="0" algn="l" defTabSz="890270" rtl="0" eaLnBrk="1" fontAlgn="auto" latinLnBrk="0" hangingPunct="1">
                <a:lnSpc>
                  <a:spcPct val="100000"/>
                </a:lnSpc>
                <a:spcBef>
                  <a:spcPts val="0"/>
                </a:spcBef>
                <a:spcAft>
                  <a:spcPts val="0"/>
                </a:spcAft>
                <a:buClrTx/>
                <a:buSzTx/>
                <a:buFontTx/>
                <a:buNone/>
                <a:defRPr/>
              </a:pPr>
              <a:t>‹#›</a:t>
            </a:fld>
            <a:endParaRPr lang="en-US" sz="900" dirty="0">
              <a:solidFill>
                <a:srgbClr val="1D1D1B"/>
              </a:solidFill>
              <a:latin typeface="Arial" panose="020B0604020202020204" pitchFamily="34" charset="0"/>
              <a:cs typeface="Arial" panose="020B0604020202020204" pitchFamily="34" charset="0"/>
            </a:endParaRPr>
          </a:p>
        </p:txBody>
      </p:sp>
      <p:pic>
        <p:nvPicPr>
          <p:cNvPr id="47" name="Picture 4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96176" y="6323416"/>
            <a:ext cx="1270800" cy="275024"/>
          </a:xfrm>
          <a:prstGeom prst="rect">
            <a:avLst/>
          </a:prstGeom>
        </p:spPr>
      </p:pic>
    </p:spTree>
    <p:extLst>
      <p:ext uri="{BB962C8B-B14F-4D97-AF65-F5344CB8AC3E}">
        <p14:creationId xmlns:p14="http://schemas.microsoft.com/office/powerpoint/2010/main" val="332173377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4_自定义版式">
    <p:spTree>
      <p:nvGrpSpPr>
        <p:cNvPr id="1" name=""/>
        <p:cNvGrpSpPr/>
        <p:nvPr/>
      </p:nvGrpSpPr>
      <p:grpSpPr>
        <a:xfrm>
          <a:off x="0" y="0"/>
          <a:ext cx="0" cy="0"/>
          <a:chOff x="0" y="0"/>
          <a:chExt cx="0" cy="0"/>
        </a:xfrm>
      </p:grpSpPr>
      <p:sp>
        <p:nvSpPr>
          <p:cNvPr id="14" name="文本占位符 8"/>
          <p:cNvSpPr>
            <a:spLocks noGrp="1"/>
          </p:cNvSpPr>
          <p:nvPr>
            <p:ph type="body" sz="quarter" idx="10" hasCustomPrompt="1"/>
          </p:nvPr>
        </p:nvSpPr>
        <p:spPr>
          <a:xfrm>
            <a:off x="434720" y="327657"/>
            <a:ext cx="9366252" cy="558313"/>
          </a:xfrm>
          <a:prstGeom prst="rect">
            <a:avLst/>
          </a:prstGeom>
        </p:spPr>
        <p:txBody>
          <a:bodyPr anchor="ctr">
            <a:normAutofit/>
          </a:bodyPr>
          <a:lstStyle>
            <a:lvl1pPr marL="0" indent="0">
              <a:buNone/>
              <a:defRPr sz="2400" b="1">
                <a:latin typeface="微软雅黑" panose="020B0503020204020204" pitchFamily="34" charset="-122"/>
                <a:ea typeface="微软雅黑" panose="020B0503020204020204" pitchFamily="34" charset="-122"/>
              </a:defRPr>
            </a:lvl1pPr>
          </a:lstStyle>
          <a:p>
            <a:pPr lvl="0"/>
            <a:r>
              <a:rPr lang="zh-CN" altLang="en-US" dirty="0"/>
              <a:t>小标题文字位置</a:t>
            </a:r>
          </a:p>
        </p:txBody>
      </p:sp>
      <p:sp>
        <p:nvSpPr>
          <p:cNvPr id="17" name="文本占位符 15"/>
          <p:cNvSpPr>
            <a:spLocks noGrp="1"/>
          </p:cNvSpPr>
          <p:nvPr>
            <p:ph type="body" sz="quarter" idx="11" hasCustomPrompt="1"/>
          </p:nvPr>
        </p:nvSpPr>
        <p:spPr>
          <a:xfrm>
            <a:off x="434720" y="1080303"/>
            <a:ext cx="11258267" cy="1782763"/>
          </a:xfrm>
          <a:prstGeom prst="rect">
            <a:avLst/>
          </a:prstGeom>
        </p:spPr>
        <p:txBody>
          <a:bodyPr>
            <a:normAutofit/>
          </a:bodyPr>
          <a:lstStyle>
            <a:lvl1pPr marL="0" indent="0">
              <a:buNone/>
              <a:defRPr sz="1600">
                <a:latin typeface="微软雅黑" panose="020B0503020204020204" pitchFamily="34" charset="-122"/>
                <a:ea typeface="微软雅黑" panose="020B0503020204020204" pitchFamily="34" charset="-122"/>
              </a:defRPr>
            </a:lvl1pPr>
          </a:lstStyle>
          <a:p>
            <a:pPr marL="0" marR="0" lvl="0" indent="0" algn="l" defTabSz="456565"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rPr>
              <a:t>正文文字内容位置正文文字内容位置正文文字内容位置正文文字内容位置正文文字内容位置正文文字内容位置</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456565"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rPr>
              <a:t>正文文字内容位置正文文字内容位置正文文字内容位置正文文字内容位置正文文字内容位置正文文字内容位置</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456565"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rPr>
              <a:t>正文文字内容位置正文文字内容位置正文文字内容位置正文文字内容位置正文文字内容位置正文文字内容位置</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456565"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rPr>
              <a:t>正文文字内容位置正文文字内容位置正文文字内容位置正文文字内容位置正文文字内容位置正文文字内容位置</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456565"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rPr>
              <a:t>正文文字内容位置正文文字内容位置正文文字内容位置正文文字内容位置正文文字内容位置正文文字内容位置</a:t>
            </a:r>
            <a:endParaRPr kumimoji="0" lang="en-US" altLang="zh-CN"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413078488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tiff"/><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theme" Target="../theme/theme4.xml"/><Relationship Id="rId1" Type="http://schemas.openxmlformats.org/officeDocument/2006/relationships/slideLayout" Target="../slideLayouts/slideLayout5.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6.tiff"/><Relationship Id="rId2" Type="http://schemas.openxmlformats.org/officeDocument/2006/relationships/theme" Target="../theme/theme5.xml"/><Relationship Id="rId1" Type="http://schemas.openxmlformats.org/officeDocument/2006/relationships/slideLayout" Target="../slideLayouts/slideLayout6.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8.xml"/><Relationship Id="rId1" Type="http://schemas.openxmlformats.org/officeDocument/2006/relationships/slideLayout" Target="../slideLayouts/slideLayout7.xml"/><Relationship Id="rId4" Type="http://schemas.openxmlformats.org/officeDocument/2006/relationships/image" Target="../media/image6.tiff"/></Relationships>
</file>

<file path=ppt/slideMasters/_rels/slideMaster7.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4"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theme" Target="../theme/theme9.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image" Target="../media/image8.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19181AA-8E93-7743-ADEB-8A06A0DFC13A}"/>
              </a:ext>
            </a:extLst>
          </p:cNvPr>
          <p:cNvSpPr/>
          <p:nvPr userDrawn="1"/>
        </p:nvSpPr>
        <p:spPr>
          <a:xfrm>
            <a:off x="0" y="5590903"/>
            <a:ext cx="12196763" cy="126709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pic>
        <p:nvPicPr>
          <p:cNvPr id="5" name="Picture 4">
            <a:extLst>
              <a:ext uri="{FF2B5EF4-FFF2-40B4-BE49-F238E27FC236}">
                <a16:creationId xmlns:a16="http://schemas.microsoft.com/office/drawing/2014/main" id="{E6E8B5C1-4D37-8442-902D-D86F9BBDE27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9208751" y="5970991"/>
            <a:ext cx="2260800" cy="489278"/>
          </a:xfrm>
          <a:prstGeom prst="rect">
            <a:avLst/>
          </a:prstGeom>
        </p:spPr>
      </p:pic>
    </p:spTree>
    <p:extLst>
      <p:ext uri="{BB962C8B-B14F-4D97-AF65-F5344CB8AC3E}">
        <p14:creationId xmlns:p14="http://schemas.microsoft.com/office/powerpoint/2010/main" val="4087104836"/>
      </p:ext>
    </p:extLst>
  </p:cSld>
  <p:clrMap bg1="lt1" tx1="dk1" bg2="lt2" tx2="dk2" accent1="accent1" accent2="accent2" accent3="accent3" accent4="accent4" accent5="accent5" accent6="accent6" hlink="hlink" folHlink="folHlink"/>
  <p:sldLayoutIdLst>
    <p:sldLayoutId id="2147483819" r:id="rId1"/>
    <p:sldLayoutId id="2147483820" r:id="rId2"/>
    <p:sldLayoutId id="2147483892" r:id="rId3"/>
    <p:sldLayoutId id="2147483824" r:id="rId4"/>
  </p:sldLayoutIdLst>
  <p:hf hdr="0" ftr="0" dt="0"/>
  <p:txStyles>
    <p:titleStyle>
      <a:lvl1pPr algn="l" defTabSz="914400" rtl="0" eaLnBrk="1" latinLnBrk="0" hangingPunct="1">
        <a:lnSpc>
          <a:spcPts val="3440"/>
        </a:lnSpc>
        <a:spcBef>
          <a:spcPct val="0"/>
        </a:spcBef>
        <a:buNone/>
        <a:defRPr sz="3200" kern="1200">
          <a:solidFill>
            <a:schemeClr val="tx1"/>
          </a:solidFill>
          <a:latin typeface="Microsoft YaHei" panose="020B0503020204020204" pitchFamily="34" charset="-122"/>
          <a:ea typeface="Microsoft YaHei" panose="020B0503020204020204" pitchFamily="34" charset="-122"/>
          <a:cs typeface="+mj-cs"/>
        </a:defRPr>
      </a:lvl1pPr>
    </p:titleStyle>
    <p:bodyStyle>
      <a:lvl1pPr marL="0" indent="0" algn="l" defTabSz="914400" rtl="0" eaLnBrk="1" latinLnBrk="0" hangingPunct="1">
        <a:lnSpc>
          <a:spcPct val="100000"/>
        </a:lnSpc>
        <a:spcBef>
          <a:spcPts val="0"/>
        </a:spcBef>
        <a:buFontTx/>
        <a:buNone/>
        <a:defRPr sz="1000" kern="1200">
          <a:solidFill>
            <a:srgbClr val="1D1D1B"/>
          </a:solidFill>
          <a:latin typeface="Arial" panose="020B0604020202020204" pitchFamily="34" charset="0"/>
          <a:ea typeface="Microsoft YaHei" panose="020B0503020204020204" pitchFamily="34" charset="-122"/>
          <a:cs typeface="Arial" panose="020B0604020202020204" pitchFamily="34" charset="0"/>
        </a:defRPr>
      </a:lvl1pPr>
      <a:lvl2pPr marL="4572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Tx/>
        <a:buNone/>
        <a:defRPr sz="75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61239436"/>
      </p:ext>
    </p:extLst>
  </p:cSld>
  <p:clrMap bg1="lt1" tx1="dk1" bg2="lt2" tx2="dk2" accent1="accent1" accent2="accent2" accent3="accent3" accent4="accent4" accent5="accent5" accent6="accent6" hlink="hlink" folHlink="folHlink"/>
  <p:hf hdr="0" ftr="0" dt="0"/>
  <p:txStyles>
    <p:title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p:titleStyle>
    <p:body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p:bodyStyle>
    <p:otherStyle>
      <a:defPPr>
        <a:defRPr lang="en-US"/>
      </a:defPPr>
      <a:lvl1pPr marL="0" algn="l" defTabSz="1187798" rtl="0" eaLnBrk="1" latinLnBrk="0" hangingPunct="1">
        <a:defRPr sz="2338" kern="1200">
          <a:solidFill>
            <a:schemeClr val="tx1"/>
          </a:solidFill>
          <a:latin typeface="+mn-lt"/>
          <a:ea typeface="+mn-ea"/>
          <a:cs typeface="+mn-cs"/>
        </a:defRPr>
      </a:lvl1pPr>
      <a:lvl2pPr marL="593900" algn="l" defTabSz="1187798" rtl="0" eaLnBrk="1" latinLnBrk="0" hangingPunct="1">
        <a:defRPr sz="2338" kern="1200">
          <a:solidFill>
            <a:schemeClr val="tx1"/>
          </a:solidFill>
          <a:latin typeface="+mn-lt"/>
          <a:ea typeface="+mn-ea"/>
          <a:cs typeface="+mn-cs"/>
        </a:defRPr>
      </a:lvl2pPr>
      <a:lvl3pPr marL="1187798" algn="l" defTabSz="1187798" rtl="0" eaLnBrk="1" latinLnBrk="0" hangingPunct="1">
        <a:defRPr sz="2338" kern="1200">
          <a:solidFill>
            <a:schemeClr val="tx1"/>
          </a:solidFill>
          <a:latin typeface="+mn-lt"/>
          <a:ea typeface="+mn-ea"/>
          <a:cs typeface="+mn-cs"/>
        </a:defRPr>
      </a:lvl3pPr>
      <a:lvl4pPr marL="1781699" algn="l" defTabSz="1187798" rtl="0" eaLnBrk="1" latinLnBrk="0" hangingPunct="1">
        <a:defRPr sz="2338" kern="1200">
          <a:solidFill>
            <a:schemeClr val="tx1"/>
          </a:solidFill>
          <a:latin typeface="+mn-lt"/>
          <a:ea typeface="+mn-ea"/>
          <a:cs typeface="+mn-cs"/>
        </a:defRPr>
      </a:lvl4pPr>
      <a:lvl5pPr marL="2375598" algn="l" defTabSz="1187798" rtl="0" eaLnBrk="1" latinLnBrk="0" hangingPunct="1">
        <a:defRPr sz="2338" kern="1200">
          <a:solidFill>
            <a:schemeClr val="tx1"/>
          </a:solidFill>
          <a:latin typeface="+mn-lt"/>
          <a:ea typeface="+mn-ea"/>
          <a:cs typeface="+mn-cs"/>
        </a:defRPr>
      </a:lvl5pPr>
      <a:lvl6pPr marL="2969497" algn="l" defTabSz="1187798" rtl="0" eaLnBrk="1" latinLnBrk="0" hangingPunct="1">
        <a:defRPr sz="2338" kern="1200">
          <a:solidFill>
            <a:schemeClr val="tx1"/>
          </a:solidFill>
          <a:latin typeface="+mn-lt"/>
          <a:ea typeface="+mn-ea"/>
          <a:cs typeface="+mn-cs"/>
        </a:defRPr>
      </a:lvl6pPr>
      <a:lvl7pPr marL="3563396" algn="l" defTabSz="1187798" rtl="0" eaLnBrk="1" latinLnBrk="0" hangingPunct="1">
        <a:defRPr sz="2338" kern="1200">
          <a:solidFill>
            <a:schemeClr val="tx1"/>
          </a:solidFill>
          <a:latin typeface="+mn-lt"/>
          <a:ea typeface="+mn-ea"/>
          <a:cs typeface="+mn-cs"/>
        </a:defRPr>
      </a:lvl7pPr>
      <a:lvl8pPr marL="4157297" algn="l" defTabSz="1187798" rtl="0" eaLnBrk="1" latinLnBrk="0" hangingPunct="1">
        <a:defRPr sz="2338" kern="1200">
          <a:solidFill>
            <a:schemeClr val="tx1"/>
          </a:solidFill>
          <a:latin typeface="+mn-lt"/>
          <a:ea typeface="+mn-ea"/>
          <a:cs typeface="+mn-cs"/>
        </a:defRPr>
      </a:lvl8pPr>
      <a:lvl9pPr marL="4751195" algn="l" defTabSz="1187798" rtl="0" eaLnBrk="1" latinLnBrk="0" hangingPunct="1">
        <a:defRPr sz="2338"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85A3D6-1271-D247-9E96-1B376F4BE7BE}"/>
              </a:ext>
            </a:extLst>
          </p:cNvPr>
          <p:cNvSpPr txBox="1"/>
          <p:nvPr userDrawn="1"/>
        </p:nvSpPr>
        <p:spPr>
          <a:xfrm>
            <a:off x="1095467" y="6356939"/>
            <a:ext cx="3503965" cy="230832"/>
          </a:xfrm>
          <a:prstGeom prst="rect">
            <a:avLst/>
          </a:prstGeom>
          <a:noFill/>
        </p:spPr>
        <p:txBody>
          <a:bodyPr wrap="square" rtlCol="0">
            <a:spAutoFit/>
          </a:bodyPr>
          <a:lstStyle/>
          <a:p>
            <a:r>
              <a:rPr lang="en-US" altLang="zh-CN" sz="900" b="0" kern="1200" baseline="0" dirty="0">
                <a:solidFill>
                  <a:srgbClr val="1D1D1B"/>
                </a:solidFill>
                <a:latin typeface="Arial" panose="020B0604020202020204" pitchFamily="34" charset="0"/>
                <a:ea typeface="+mn-ea"/>
                <a:cs typeface="Arial" panose="020B0604020202020204" pitchFamily="34" charset="0"/>
              </a:rPr>
              <a:t>Huawei Proprietary - Restricted Distribution</a:t>
            </a:r>
            <a:endParaRPr lang="en-US" sz="900" b="0" kern="1200" baseline="0" dirty="0">
              <a:solidFill>
                <a:srgbClr val="1D1D1B"/>
              </a:solidFill>
              <a:latin typeface="Arial" panose="020B0604020202020204" pitchFamily="34" charset="0"/>
              <a:ea typeface="+mn-ea"/>
              <a:cs typeface="Arial" panose="020B0604020202020204" pitchFamily="34" charset="0"/>
            </a:endParaRPr>
          </a:p>
        </p:txBody>
      </p:sp>
      <p:sp>
        <p:nvSpPr>
          <p:cNvPr id="4" name="TextBox 3">
            <a:extLst>
              <a:ext uri="{FF2B5EF4-FFF2-40B4-BE49-F238E27FC236}">
                <a16:creationId xmlns:a16="http://schemas.microsoft.com/office/drawing/2014/main" id="{EABEE2EE-BF4D-7A4A-B3C6-9E47668CCD98}"/>
              </a:ext>
            </a:extLst>
          </p:cNvPr>
          <p:cNvSpPr txBox="1"/>
          <p:nvPr userDrawn="1"/>
        </p:nvSpPr>
        <p:spPr>
          <a:xfrm>
            <a:off x="734131" y="6402806"/>
            <a:ext cx="499729" cy="138499"/>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00" smtClean="0">
                <a:solidFill>
                  <a:srgbClr val="1D1D1B"/>
                </a:solidFill>
                <a:latin typeface="Arial" panose="020B0604020202020204" pitchFamily="34" charset="0"/>
                <a:cs typeface="Arial" panose="020B0604020202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00" dirty="0">
              <a:solidFill>
                <a:srgbClr val="1D1D1B"/>
              </a:solidFill>
              <a:latin typeface="Arial" panose="020B0604020202020204" pitchFamily="34" charset="0"/>
              <a:cs typeface="Arial" panose="020B0604020202020204" pitchFamily="34" charset="0"/>
            </a:endParaRPr>
          </a:p>
        </p:txBody>
      </p:sp>
      <p:grpSp>
        <p:nvGrpSpPr>
          <p:cNvPr id="88"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0" y="2625389"/>
            <a:ext cx="1967973" cy="4233515"/>
            <a:chOff x="5343885" y="-48857"/>
            <a:chExt cx="3271316" cy="7037279"/>
          </a:xfrm>
        </p:grpSpPr>
        <p:sp>
          <p:nvSpPr>
            <p:cNvPr id="89"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90"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91"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92"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93"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94"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95"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96"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97"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98"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99"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100"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101"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102" name="矩形 13">
              <a:extLst>
                <a:ext uri="{FF2B5EF4-FFF2-40B4-BE49-F238E27FC236}">
                  <a16:creationId xmlns:a16="http://schemas.microsoft.com/office/drawing/2014/main" id="{371A8520-F934-304C-B57F-B49F768694E2}"/>
                </a:ext>
              </a:extLst>
            </p:cNvPr>
            <p:cNvSpPr/>
            <p:nvPr userDrawn="1"/>
          </p:nvSpPr>
          <p:spPr>
            <a:xfrm>
              <a:off x="6184543" y="4866463"/>
              <a:ext cx="791510" cy="664398"/>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103" name="矩形 13">
              <a:extLst>
                <a:ext uri="{FF2B5EF4-FFF2-40B4-BE49-F238E27FC236}">
                  <a16:creationId xmlns:a16="http://schemas.microsoft.com/office/drawing/2014/main" id="{B83004D7-279B-C14E-9FCF-870FA1B74FDF}"/>
                </a:ext>
              </a:extLst>
            </p:cNvPr>
            <p:cNvSpPr/>
            <p:nvPr userDrawn="1"/>
          </p:nvSpPr>
          <p:spPr>
            <a:xfrm>
              <a:off x="6182308" y="4134866"/>
              <a:ext cx="791510" cy="664398"/>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104" name="矩形 13">
              <a:extLst>
                <a:ext uri="{FF2B5EF4-FFF2-40B4-BE49-F238E27FC236}">
                  <a16:creationId xmlns:a16="http://schemas.microsoft.com/office/drawing/2014/main" id="{99635968-4E69-CC41-9D78-6DF253FE3035}"/>
                </a:ext>
              </a:extLst>
            </p:cNvPr>
            <p:cNvSpPr/>
            <p:nvPr userDrawn="1"/>
          </p:nvSpPr>
          <p:spPr>
            <a:xfrm>
              <a:off x="6177324" y="5596166"/>
              <a:ext cx="791510" cy="664398"/>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105"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106"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107"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108"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109"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110"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111"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112"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113"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114"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115"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116"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117" name="矩形 13">
              <a:extLst>
                <a:ext uri="{FF2B5EF4-FFF2-40B4-BE49-F238E27FC236}">
                  <a16:creationId xmlns:a16="http://schemas.microsoft.com/office/drawing/2014/main" id="{20725C9F-31AE-DB44-B70A-B4ECDEC0BC00}"/>
                </a:ext>
              </a:extLst>
            </p:cNvPr>
            <p:cNvSpPr/>
            <p:nvPr/>
          </p:nvSpPr>
          <p:spPr>
            <a:xfrm>
              <a:off x="7811114" y="3415851"/>
              <a:ext cx="791510" cy="664398"/>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118" name="矩形 13">
              <a:extLst>
                <a:ext uri="{FF2B5EF4-FFF2-40B4-BE49-F238E27FC236}">
                  <a16:creationId xmlns:a16="http://schemas.microsoft.com/office/drawing/2014/main" id="{AC5BCC27-B68D-0743-8E0B-E25F8D01C3A4}"/>
                </a:ext>
              </a:extLst>
            </p:cNvPr>
            <p:cNvSpPr/>
            <p:nvPr/>
          </p:nvSpPr>
          <p:spPr>
            <a:xfrm>
              <a:off x="7820945" y="4866463"/>
              <a:ext cx="791510" cy="664398"/>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119" name="矩形 13">
              <a:extLst>
                <a:ext uri="{FF2B5EF4-FFF2-40B4-BE49-F238E27FC236}">
                  <a16:creationId xmlns:a16="http://schemas.microsoft.com/office/drawing/2014/main" id="{51C2E83A-C975-6945-B2FD-5B22BBB53DB7}"/>
                </a:ext>
              </a:extLst>
            </p:cNvPr>
            <p:cNvSpPr/>
            <p:nvPr/>
          </p:nvSpPr>
          <p:spPr>
            <a:xfrm>
              <a:off x="7818707" y="4134866"/>
              <a:ext cx="791510" cy="664398"/>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120" name="矩形 13">
              <a:extLst>
                <a:ext uri="{FF2B5EF4-FFF2-40B4-BE49-F238E27FC236}">
                  <a16:creationId xmlns:a16="http://schemas.microsoft.com/office/drawing/2014/main" id="{BEE9A95F-6965-354F-A2C7-2E8C81DDA52F}"/>
                </a:ext>
              </a:extLst>
            </p:cNvPr>
            <p:cNvSpPr/>
            <p:nvPr/>
          </p:nvSpPr>
          <p:spPr>
            <a:xfrm>
              <a:off x="7823691" y="5596166"/>
              <a:ext cx="791510" cy="664398"/>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190/233/238</a:t>
              </a:r>
            </a:p>
          </p:txBody>
        </p:sp>
        <p:sp>
          <p:nvSpPr>
            <p:cNvPr id="121"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122"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123"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0/0/0</a:t>
              </a:r>
            </a:p>
          </p:txBody>
        </p:sp>
        <p:sp>
          <p:nvSpPr>
            <p:cNvPr id="124"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125" name="矩形 13">
              <a:extLst>
                <a:ext uri="{FF2B5EF4-FFF2-40B4-BE49-F238E27FC236}">
                  <a16:creationId xmlns:a16="http://schemas.microsoft.com/office/drawing/2014/main" id="{0B0545C9-147F-584F-80D2-EF13876D7D33}"/>
                </a:ext>
              </a:extLst>
            </p:cNvPr>
            <p:cNvSpPr/>
            <p:nvPr userDrawn="1"/>
          </p:nvSpPr>
          <p:spPr>
            <a:xfrm>
              <a:off x="6445335" y="6324024"/>
              <a:ext cx="513579" cy="664398"/>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126" name="矩形 13">
              <a:extLst>
                <a:ext uri="{FF2B5EF4-FFF2-40B4-BE49-F238E27FC236}">
                  <a16:creationId xmlns:a16="http://schemas.microsoft.com/office/drawing/2014/main" id="{44FD0A0B-0D45-3340-A523-465AC24134BF}"/>
                </a:ext>
              </a:extLst>
            </p:cNvPr>
            <p:cNvSpPr/>
            <p:nvPr userDrawn="1"/>
          </p:nvSpPr>
          <p:spPr>
            <a:xfrm>
              <a:off x="7003279" y="6324024"/>
              <a:ext cx="513579" cy="664398"/>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127" name="矩形 13">
              <a:extLst>
                <a:ext uri="{FF2B5EF4-FFF2-40B4-BE49-F238E27FC236}">
                  <a16:creationId xmlns:a16="http://schemas.microsoft.com/office/drawing/2014/main" id="{2C404A07-276B-3648-BB25-4EDB5905448C}"/>
                </a:ext>
              </a:extLst>
            </p:cNvPr>
            <p:cNvSpPr/>
            <p:nvPr userDrawn="1"/>
          </p:nvSpPr>
          <p:spPr>
            <a:xfrm>
              <a:off x="7551547" y="6324024"/>
              <a:ext cx="513579" cy="664398"/>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128" name="矩形 13">
              <a:extLst>
                <a:ext uri="{FF2B5EF4-FFF2-40B4-BE49-F238E27FC236}">
                  <a16:creationId xmlns:a16="http://schemas.microsoft.com/office/drawing/2014/main" id="{72B0F29C-A346-8946-9B8E-8F1B9DFF7AD0}"/>
                </a:ext>
              </a:extLst>
            </p:cNvPr>
            <p:cNvSpPr/>
            <p:nvPr userDrawn="1"/>
          </p:nvSpPr>
          <p:spPr>
            <a:xfrm>
              <a:off x="8098559" y="6324024"/>
              <a:ext cx="513579" cy="664398"/>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pic>
        <p:nvPicPr>
          <p:cNvPr id="47" name="Picture 46">
            <a:extLst>
              <a:ext uri="{FF2B5EF4-FFF2-40B4-BE49-F238E27FC236}">
                <a16:creationId xmlns:a16="http://schemas.microsoft.com/office/drawing/2014/main" id="{92D9040A-3082-2F49-987E-B51574332EF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96176" y="6323416"/>
            <a:ext cx="1270800" cy="275024"/>
          </a:xfrm>
          <a:prstGeom prst="rect">
            <a:avLst/>
          </a:prstGeom>
        </p:spPr>
      </p:pic>
    </p:spTree>
    <p:extLst>
      <p:ext uri="{BB962C8B-B14F-4D97-AF65-F5344CB8AC3E}">
        <p14:creationId xmlns:p14="http://schemas.microsoft.com/office/powerpoint/2010/main" val="99056531"/>
      </p:ext>
    </p:extLst>
  </p:cSld>
  <p:clrMap bg1="lt1" tx1="dk1" bg2="lt2" tx2="dk2" accent1="accent1" accent2="accent2" accent3="accent3" accent4="accent4" accent5="accent5" accent6="accent6" hlink="hlink" folHlink="folHlink"/>
  <p:hf hdr="0" ftr="0" dt="0"/>
  <p:txStyles>
    <p:title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p:titleStyle>
    <p:body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p:bodyStyle>
    <p:otherStyle>
      <a:defPPr>
        <a:defRPr lang="en-US"/>
      </a:defPPr>
      <a:lvl1pPr marL="0" algn="l" defTabSz="1187798" rtl="0" eaLnBrk="1" latinLnBrk="0" hangingPunct="1">
        <a:defRPr sz="2338" kern="1200">
          <a:solidFill>
            <a:schemeClr val="tx1"/>
          </a:solidFill>
          <a:latin typeface="+mn-lt"/>
          <a:ea typeface="+mn-ea"/>
          <a:cs typeface="+mn-cs"/>
        </a:defRPr>
      </a:lvl1pPr>
      <a:lvl2pPr marL="593900" algn="l" defTabSz="1187798" rtl="0" eaLnBrk="1" latinLnBrk="0" hangingPunct="1">
        <a:defRPr sz="2338" kern="1200">
          <a:solidFill>
            <a:schemeClr val="tx1"/>
          </a:solidFill>
          <a:latin typeface="+mn-lt"/>
          <a:ea typeface="+mn-ea"/>
          <a:cs typeface="+mn-cs"/>
        </a:defRPr>
      </a:lvl2pPr>
      <a:lvl3pPr marL="1187798" algn="l" defTabSz="1187798" rtl="0" eaLnBrk="1" latinLnBrk="0" hangingPunct="1">
        <a:defRPr sz="2338" kern="1200">
          <a:solidFill>
            <a:schemeClr val="tx1"/>
          </a:solidFill>
          <a:latin typeface="+mn-lt"/>
          <a:ea typeface="+mn-ea"/>
          <a:cs typeface="+mn-cs"/>
        </a:defRPr>
      </a:lvl3pPr>
      <a:lvl4pPr marL="1781699" algn="l" defTabSz="1187798" rtl="0" eaLnBrk="1" latinLnBrk="0" hangingPunct="1">
        <a:defRPr sz="2338" kern="1200">
          <a:solidFill>
            <a:schemeClr val="tx1"/>
          </a:solidFill>
          <a:latin typeface="+mn-lt"/>
          <a:ea typeface="+mn-ea"/>
          <a:cs typeface="+mn-cs"/>
        </a:defRPr>
      </a:lvl4pPr>
      <a:lvl5pPr marL="2375598" algn="l" defTabSz="1187798" rtl="0" eaLnBrk="1" latinLnBrk="0" hangingPunct="1">
        <a:defRPr sz="2338" kern="1200">
          <a:solidFill>
            <a:schemeClr val="tx1"/>
          </a:solidFill>
          <a:latin typeface="+mn-lt"/>
          <a:ea typeface="+mn-ea"/>
          <a:cs typeface="+mn-cs"/>
        </a:defRPr>
      </a:lvl5pPr>
      <a:lvl6pPr marL="2969497" algn="l" defTabSz="1187798" rtl="0" eaLnBrk="1" latinLnBrk="0" hangingPunct="1">
        <a:defRPr sz="2338" kern="1200">
          <a:solidFill>
            <a:schemeClr val="tx1"/>
          </a:solidFill>
          <a:latin typeface="+mn-lt"/>
          <a:ea typeface="+mn-ea"/>
          <a:cs typeface="+mn-cs"/>
        </a:defRPr>
      </a:lvl6pPr>
      <a:lvl7pPr marL="3563396" algn="l" defTabSz="1187798" rtl="0" eaLnBrk="1" latinLnBrk="0" hangingPunct="1">
        <a:defRPr sz="2338" kern="1200">
          <a:solidFill>
            <a:schemeClr val="tx1"/>
          </a:solidFill>
          <a:latin typeface="+mn-lt"/>
          <a:ea typeface="+mn-ea"/>
          <a:cs typeface="+mn-cs"/>
        </a:defRPr>
      </a:lvl7pPr>
      <a:lvl8pPr marL="4157297" algn="l" defTabSz="1187798" rtl="0" eaLnBrk="1" latinLnBrk="0" hangingPunct="1">
        <a:defRPr sz="2338" kern="1200">
          <a:solidFill>
            <a:schemeClr val="tx1"/>
          </a:solidFill>
          <a:latin typeface="+mn-lt"/>
          <a:ea typeface="+mn-ea"/>
          <a:cs typeface="+mn-cs"/>
        </a:defRPr>
      </a:lvl8pPr>
      <a:lvl9pPr marL="4751195" algn="l" defTabSz="1187798" rtl="0" eaLnBrk="1" latinLnBrk="0" hangingPunct="1">
        <a:defRPr sz="2338"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5F1158-B1AA-8F41-AF0A-FEA0EC1874AC}"/>
              </a:ext>
            </a:extLst>
          </p:cNvPr>
          <p:cNvSpPr>
            <a:spLocks noGrp="1"/>
          </p:cNvSpPr>
          <p:nvPr>
            <p:ph type="title"/>
          </p:nvPr>
        </p:nvSpPr>
        <p:spPr>
          <a:xfrm>
            <a:off x="618969" y="1467870"/>
            <a:ext cx="3984232" cy="2816080"/>
          </a:xfrm>
          <a:prstGeom prst="rect">
            <a:avLst/>
          </a:prstGeom>
        </p:spPr>
        <p:txBody>
          <a:bodyPr vert="horz" lIns="91440" tIns="45720" rIns="91440" bIns="45720" rtlCol="0" anchor="t">
            <a:normAutofit/>
          </a:bodyPr>
          <a:lstStyle/>
          <a:p>
            <a:r>
              <a:rPr lang="en-US" dirty="0"/>
              <a:t>Click to edit Master title style</a:t>
            </a:r>
          </a:p>
        </p:txBody>
      </p:sp>
      <p:sp>
        <p:nvSpPr>
          <p:cNvPr id="5" name="Text Placeholder 1">
            <a:extLst>
              <a:ext uri="{FF2B5EF4-FFF2-40B4-BE49-F238E27FC236}">
                <a16:creationId xmlns:a16="http://schemas.microsoft.com/office/drawing/2014/main" id="{F8FC7CCD-75EB-9C44-BC7D-29679334A8CA}"/>
              </a:ext>
            </a:extLst>
          </p:cNvPr>
          <p:cNvSpPr txBox="1">
            <a:spLocks/>
          </p:cNvSpPr>
          <p:nvPr userDrawn="1"/>
        </p:nvSpPr>
        <p:spPr>
          <a:xfrm>
            <a:off x="7979357" y="2794960"/>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065"/>
              </a:lnSpc>
            </a:pPr>
            <a:r>
              <a:rPr kumimoji="1" lang="en-US" altLang="zh-CN" sz="850" b="1" baseline="0" dirty="0">
                <a:solidFill>
                  <a:srgbClr val="1D1D1B"/>
                </a:solidFill>
                <a:latin typeface="+mj-lt"/>
              </a:rPr>
              <a:t>Copyright©2018 Huawei Technologies Co., Ltd.</a:t>
            </a:r>
            <a:br>
              <a:rPr kumimoji="1" lang="en-US" altLang="zh-CN" sz="850" b="1" baseline="0" dirty="0">
                <a:solidFill>
                  <a:srgbClr val="1D1D1B"/>
                </a:solidFill>
                <a:latin typeface="+mj-lt"/>
              </a:rPr>
            </a:br>
            <a:r>
              <a:rPr kumimoji="1" lang="en-US" altLang="zh-CN" sz="850" b="1" baseline="0" dirty="0">
                <a:solidFill>
                  <a:srgbClr val="1D1D1B"/>
                </a:solidFill>
                <a:latin typeface="+mj-lt"/>
              </a:rPr>
              <a:t>All Rights Reserved.</a:t>
            </a:r>
            <a:br>
              <a:rPr kumimoji="1" lang="en-US" altLang="zh-CN" sz="779" dirty="0">
                <a:solidFill>
                  <a:srgbClr val="1D1D1B"/>
                </a:solidFill>
                <a:latin typeface="+mn-lt"/>
              </a:rPr>
            </a:br>
            <a:br>
              <a:rPr kumimoji="1" lang="en-US" altLang="zh-CN" sz="779" dirty="0">
                <a:solidFill>
                  <a:srgbClr val="1D1D1B"/>
                </a:solidFill>
                <a:latin typeface="+mn-lt"/>
              </a:rPr>
            </a:br>
            <a:r>
              <a:rPr kumimoji="1" lang="en-US" altLang="zh-CN" sz="850" baseline="0" dirty="0">
                <a:solidFill>
                  <a:srgbClr val="1D1D1B"/>
                </a:solidFill>
                <a:latin typeface="+mn-lt"/>
                <a:cs typeface="Arial" panose="020B0604020202020204" pitchFamily="34" charset="0"/>
              </a:rPr>
              <a:t>The information in this document may contain predictive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statements including, without limitation, statements regarding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 future financial and operating results, future product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portfolio, new technology, etc. There are a number of factors that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could cause actual results and developments to differ materially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from those expressed or implied in the predictive statements.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Therefore, such information is provided for reference purpose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only and constitutes neither an offer nor an acceptance. Huawei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may change the information at any time without notice. </a:t>
            </a:r>
          </a:p>
          <a:p>
            <a:pPr>
              <a:lnSpc>
                <a:spcPts val="1065"/>
              </a:lnSpc>
            </a:pPr>
            <a:endParaRPr kumimoji="1" lang="zh-CN" altLang="en-US" sz="779" dirty="0">
              <a:solidFill>
                <a:srgbClr val="1D1D1B"/>
              </a:solidFill>
              <a:latin typeface="+mn-lt"/>
            </a:endParaRPr>
          </a:p>
        </p:txBody>
      </p:sp>
      <p:sp>
        <p:nvSpPr>
          <p:cNvPr id="6" name="Subtitle 6">
            <a:extLst>
              <a:ext uri="{FF2B5EF4-FFF2-40B4-BE49-F238E27FC236}">
                <a16:creationId xmlns:a16="http://schemas.microsoft.com/office/drawing/2014/main" id="{12B8F806-ABD5-064C-8793-5E22C72554FD}"/>
              </a:ext>
            </a:extLst>
          </p:cNvPr>
          <p:cNvSpPr txBox="1">
            <a:spLocks/>
          </p:cNvSpPr>
          <p:nvPr userDrawn="1"/>
        </p:nvSpPr>
        <p:spPr>
          <a:xfrm>
            <a:off x="7987276"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681"/>
              </a:lnSpc>
              <a:spcBef>
                <a:spcPts val="0"/>
              </a:spcBef>
            </a:pPr>
            <a:r>
              <a:rPr kumimoji="1" lang="zh-CN" altLang="en-US" sz="1300" dirty="0">
                <a:solidFill>
                  <a:srgbClr val="1D1D1B"/>
                </a:solidFill>
                <a:latin typeface="Microsoft YaHei" charset="-122"/>
                <a:ea typeface="Microsoft YaHei" charset="-122"/>
                <a:cs typeface="Microsoft YaHei" charset="-122"/>
              </a:rPr>
              <a:t>把数字世界带入每个人、每个家庭、</a:t>
            </a:r>
            <a:br>
              <a:rPr kumimoji="1" lang="en-US" altLang="zh-CN" sz="1300" dirty="0">
                <a:solidFill>
                  <a:srgbClr val="1D1D1B"/>
                </a:solidFill>
                <a:latin typeface="Microsoft YaHei" charset="-122"/>
                <a:ea typeface="Microsoft YaHei" charset="-122"/>
                <a:cs typeface="Microsoft YaHei" charset="-122"/>
              </a:rPr>
            </a:br>
            <a:r>
              <a:rPr kumimoji="1" lang="zh-CN" altLang="en-US" sz="1300" dirty="0">
                <a:solidFill>
                  <a:srgbClr val="1D1D1B"/>
                </a:solidFill>
                <a:latin typeface="Microsoft YaHei" charset="-122"/>
                <a:ea typeface="Microsoft YaHei" charset="-122"/>
                <a:cs typeface="Microsoft YaHei" charset="-122"/>
              </a:rPr>
              <a:t>每个组织，构建万物互联的智能世界。</a:t>
            </a:r>
          </a:p>
        </p:txBody>
      </p:sp>
      <p:sp>
        <p:nvSpPr>
          <p:cNvPr id="7" name="Subtitle 6">
            <a:extLst>
              <a:ext uri="{FF2B5EF4-FFF2-40B4-BE49-F238E27FC236}">
                <a16:creationId xmlns:a16="http://schemas.microsoft.com/office/drawing/2014/main" id="{F1235B6F-D691-2C40-93D4-EC5427ADDFB0}"/>
              </a:ext>
            </a:extLst>
          </p:cNvPr>
          <p:cNvSpPr txBox="1">
            <a:spLocks/>
          </p:cNvSpPr>
          <p:nvPr userDrawn="1"/>
        </p:nvSpPr>
        <p:spPr>
          <a:xfrm>
            <a:off x="7977672"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icrosoft YaHei" panose="020B0503020204020204" pitchFamily="34" charset="-122"/>
                <a:ea typeface="Microsoft YaHei"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1294"/>
              </a:lnSpc>
            </a:pPr>
            <a:r>
              <a:rPr kumimoji="1" lang="en-US" altLang="zh-CN" sz="1200" dirty="0">
                <a:solidFill>
                  <a:srgbClr val="1D1D1B"/>
                </a:solidFill>
                <a:latin typeface="+mn-lt"/>
                <a:cs typeface="Arial" panose="020B0604020202020204" pitchFamily="34" charset="0"/>
              </a:rPr>
              <a:t>Bring digital to every person, home and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organization for a fully connected,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intelligent world.</a:t>
            </a:r>
            <a:endParaRPr kumimoji="1" lang="zh-CN" altLang="en-US" sz="1200" dirty="0">
              <a:solidFill>
                <a:srgbClr val="1D1D1B"/>
              </a:solidFill>
              <a:latin typeface="+mn-lt"/>
              <a:ea typeface="Microsoft YaHei" charset="-122"/>
              <a:cs typeface="Microsoft YaHei" charset="-122"/>
            </a:endParaRPr>
          </a:p>
        </p:txBody>
      </p:sp>
      <p:pic>
        <p:nvPicPr>
          <p:cNvPr id="8" name="Picture 7">
            <a:extLst>
              <a:ext uri="{FF2B5EF4-FFF2-40B4-BE49-F238E27FC236}">
                <a16:creationId xmlns:a16="http://schemas.microsoft.com/office/drawing/2014/main" id="{BA792140-33FB-E045-9071-EE8DB65F2A1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73676" y="5237566"/>
            <a:ext cx="1875600" cy="405914"/>
          </a:xfrm>
          <a:prstGeom prst="rect">
            <a:avLst/>
          </a:prstGeom>
        </p:spPr>
      </p:pic>
    </p:spTree>
    <p:extLst>
      <p:ext uri="{BB962C8B-B14F-4D97-AF65-F5344CB8AC3E}">
        <p14:creationId xmlns:p14="http://schemas.microsoft.com/office/powerpoint/2010/main" val="2848406896"/>
      </p:ext>
    </p:extLst>
  </p:cSld>
  <p:clrMap bg1="lt1" tx1="dk1" bg2="lt2" tx2="dk2" accent1="accent1" accent2="accent2" accent3="accent3" accent4="accent4" accent5="accent5" accent6="accent6" hlink="hlink" folHlink="folHlink"/>
  <p:sldLayoutIdLst>
    <p:sldLayoutId id="2147483686" r:id="rId1"/>
  </p:sldLayoutIdLst>
  <p:hf hdr="0" ftr="0" dt="0"/>
  <p:txStyles>
    <p:titleStyle>
      <a:lvl1pPr algn="l" defTabSz="1187798" rtl="0" eaLnBrk="1" latinLnBrk="0" hangingPunct="1">
        <a:lnSpc>
          <a:spcPct val="90000"/>
        </a:lnSpc>
        <a:spcBef>
          <a:spcPct val="0"/>
        </a:spcBef>
        <a:buNone/>
        <a:defRPr sz="5000" b="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1pPr>
    </p:titleStyle>
    <p:bodyStyle>
      <a:lvl1pPr marL="0" indent="0" algn="l" defTabSz="1187798" rtl="0" eaLnBrk="1" latinLnBrk="0" hangingPunct="1">
        <a:lnSpc>
          <a:spcPct val="90000"/>
        </a:lnSpc>
        <a:spcBef>
          <a:spcPts val="1299"/>
        </a:spcBef>
        <a:buFont typeface="Arial" panose="020B0604020202020204" pitchFamily="34" charset="0"/>
        <a:buNone/>
        <a:defRPr sz="1819" kern="1200">
          <a:solidFill>
            <a:srgbClr val="FFFFFF"/>
          </a:solidFill>
          <a:latin typeface="Microsoft YaHei" panose="020B0503020204020204" pitchFamily="34" charset="-122"/>
          <a:ea typeface="Microsoft YaHei" panose="020B0503020204020204" pitchFamily="34" charset="-122"/>
          <a:cs typeface="+mn-cs"/>
        </a:defRPr>
      </a:lvl1pPr>
      <a:lvl2pPr marL="593900" indent="0" algn="l" defTabSz="1187798" rtl="0" eaLnBrk="1" latinLnBrk="0" hangingPunct="1">
        <a:lnSpc>
          <a:spcPct val="90000"/>
        </a:lnSpc>
        <a:spcBef>
          <a:spcPts val="650"/>
        </a:spcBef>
        <a:buFont typeface="Arial" panose="020B0604020202020204" pitchFamily="34" charset="0"/>
        <a:buNone/>
        <a:defRPr sz="3118" kern="1200">
          <a:solidFill>
            <a:schemeClr val="tx1"/>
          </a:solidFill>
          <a:latin typeface="+mn-lt"/>
          <a:ea typeface="+mn-ea"/>
          <a:cs typeface="+mn-cs"/>
        </a:defRPr>
      </a:lvl2pPr>
      <a:lvl3pPr marL="1187798" indent="0" algn="l" defTabSz="1187798" rtl="0" eaLnBrk="1" latinLnBrk="0" hangingPunct="1">
        <a:lnSpc>
          <a:spcPct val="90000"/>
        </a:lnSpc>
        <a:spcBef>
          <a:spcPts val="650"/>
        </a:spcBef>
        <a:buFont typeface="Arial" panose="020B0604020202020204" pitchFamily="34" charset="0"/>
        <a:buNone/>
        <a:defRPr sz="2598" kern="1200">
          <a:solidFill>
            <a:schemeClr val="tx1"/>
          </a:solidFill>
          <a:latin typeface="+mn-lt"/>
          <a:ea typeface="+mn-ea"/>
          <a:cs typeface="+mn-cs"/>
        </a:defRPr>
      </a:lvl3pPr>
      <a:lvl4pPr marL="1781699" indent="0" algn="l" defTabSz="1187798" rtl="0" eaLnBrk="1" latinLnBrk="0" hangingPunct="1">
        <a:lnSpc>
          <a:spcPct val="90000"/>
        </a:lnSpc>
        <a:spcBef>
          <a:spcPts val="650"/>
        </a:spcBef>
        <a:buFont typeface="Arial" panose="020B0604020202020204" pitchFamily="34" charset="0"/>
        <a:buNone/>
        <a:defRPr sz="2338" kern="1200">
          <a:solidFill>
            <a:schemeClr val="tx1"/>
          </a:solidFill>
          <a:latin typeface="+mn-lt"/>
          <a:ea typeface="+mn-ea"/>
          <a:cs typeface="+mn-cs"/>
        </a:defRPr>
      </a:lvl4pPr>
      <a:lvl5pPr marL="2375598" indent="0" algn="l" defTabSz="1187798" rtl="0" eaLnBrk="1" latinLnBrk="0" hangingPunct="1">
        <a:lnSpc>
          <a:spcPct val="90000"/>
        </a:lnSpc>
        <a:spcBef>
          <a:spcPts val="650"/>
        </a:spcBef>
        <a:buFont typeface="Arial" panose="020B0604020202020204" pitchFamily="34" charset="0"/>
        <a:buNone/>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p:bodyStyle>
    <p:otherStyle>
      <a:defPPr>
        <a:defRPr lang="en-US"/>
      </a:defPPr>
      <a:lvl1pPr marL="0" algn="l" defTabSz="1187798" rtl="0" eaLnBrk="1" latinLnBrk="0" hangingPunct="1">
        <a:defRPr sz="2338" kern="1200">
          <a:solidFill>
            <a:schemeClr val="tx1"/>
          </a:solidFill>
          <a:latin typeface="+mn-lt"/>
          <a:ea typeface="+mn-ea"/>
          <a:cs typeface="+mn-cs"/>
        </a:defRPr>
      </a:lvl1pPr>
      <a:lvl2pPr marL="593900" algn="l" defTabSz="1187798" rtl="0" eaLnBrk="1" latinLnBrk="0" hangingPunct="1">
        <a:defRPr sz="2338" kern="1200">
          <a:solidFill>
            <a:schemeClr val="tx1"/>
          </a:solidFill>
          <a:latin typeface="+mn-lt"/>
          <a:ea typeface="+mn-ea"/>
          <a:cs typeface="+mn-cs"/>
        </a:defRPr>
      </a:lvl2pPr>
      <a:lvl3pPr marL="1187798" algn="l" defTabSz="1187798" rtl="0" eaLnBrk="1" latinLnBrk="0" hangingPunct="1">
        <a:defRPr sz="2338" kern="1200">
          <a:solidFill>
            <a:schemeClr val="tx1"/>
          </a:solidFill>
          <a:latin typeface="+mn-lt"/>
          <a:ea typeface="+mn-ea"/>
          <a:cs typeface="+mn-cs"/>
        </a:defRPr>
      </a:lvl3pPr>
      <a:lvl4pPr marL="1781699" algn="l" defTabSz="1187798" rtl="0" eaLnBrk="1" latinLnBrk="0" hangingPunct="1">
        <a:defRPr sz="2338" kern="1200">
          <a:solidFill>
            <a:schemeClr val="tx1"/>
          </a:solidFill>
          <a:latin typeface="+mn-lt"/>
          <a:ea typeface="+mn-ea"/>
          <a:cs typeface="+mn-cs"/>
        </a:defRPr>
      </a:lvl4pPr>
      <a:lvl5pPr marL="2375598" algn="l" defTabSz="1187798" rtl="0" eaLnBrk="1" latinLnBrk="0" hangingPunct="1">
        <a:defRPr sz="2338" kern="1200">
          <a:solidFill>
            <a:schemeClr val="tx1"/>
          </a:solidFill>
          <a:latin typeface="+mn-lt"/>
          <a:ea typeface="+mn-ea"/>
          <a:cs typeface="+mn-cs"/>
        </a:defRPr>
      </a:lvl5pPr>
      <a:lvl6pPr marL="2969497" algn="l" defTabSz="1187798" rtl="0" eaLnBrk="1" latinLnBrk="0" hangingPunct="1">
        <a:defRPr sz="2338" kern="1200">
          <a:solidFill>
            <a:schemeClr val="tx1"/>
          </a:solidFill>
          <a:latin typeface="+mn-lt"/>
          <a:ea typeface="+mn-ea"/>
          <a:cs typeface="+mn-cs"/>
        </a:defRPr>
      </a:lvl6pPr>
      <a:lvl7pPr marL="3563396" algn="l" defTabSz="1187798" rtl="0" eaLnBrk="1" latinLnBrk="0" hangingPunct="1">
        <a:defRPr sz="2338" kern="1200">
          <a:solidFill>
            <a:schemeClr val="tx1"/>
          </a:solidFill>
          <a:latin typeface="+mn-lt"/>
          <a:ea typeface="+mn-ea"/>
          <a:cs typeface="+mn-cs"/>
        </a:defRPr>
      </a:lvl7pPr>
      <a:lvl8pPr marL="4157297" algn="l" defTabSz="1187798" rtl="0" eaLnBrk="1" latinLnBrk="0" hangingPunct="1">
        <a:defRPr sz="2338" kern="1200">
          <a:solidFill>
            <a:schemeClr val="tx1"/>
          </a:solidFill>
          <a:latin typeface="+mn-lt"/>
          <a:ea typeface="+mn-ea"/>
          <a:cs typeface="+mn-cs"/>
        </a:defRPr>
      </a:lvl8pPr>
      <a:lvl9pPr marL="4751195" algn="l" defTabSz="1187798" rtl="0" eaLnBrk="1" latinLnBrk="0" hangingPunct="1">
        <a:defRPr sz="2338"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85A3D6-1271-D247-9E96-1B376F4BE7BE}"/>
              </a:ext>
            </a:extLst>
          </p:cNvPr>
          <p:cNvSpPr txBox="1"/>
          <p:nvPr userDrawn="1"/>
        </p:nvSpPr>
        <p:spPr>
          <a:xfrm>
            <a:off x="1095468" y="6356939"/>
            <a:ext cx="3503965" cy="230832"/>
          </a:xfrm>
          <a:prstGeom prst="rect">
            <a:avLst/>
          </a:prstGeom>
          <a:noFill/>
        </p:spPr>
        <p:txBody>
          <a:bodyPr wrap="square" rtlCol="0">
            <a:spAutoFit/>
          </a:bodyPr>
          <a:lstStyle/>
          <a:p>
            <a:r>
              <a:rPr lang="en-US" altLang="zh-CN" sz="900" b="0" kern="1200" baseline="0" dirty="0">
                <a:solidFill>
                  <a:srgbClr val="1D1D1B"/>
                </a:solidFill>
                <a:latin typeface="Arial" panose="020B0604020202020204" pitchFamily="34" charset="0"/>
                <a:ea typeface="+mn-ea"/>
                <a:cs typeface="Arial" panose="020B0604020202020204" pitchFamily="34" charset="0"/>
              </a:rPr>
              <a:t>Huawei Proprietary - Restricted Distribution</a:t>
            </a:r>
            <a:endParaRPr lang="en-US" sz="900" b="0" kern="1200" baseline="0" dirty="0">
              <a:solidFill>
                <a:srgbClr val="1D1D1B"/>
              </a:solidFill>
              <a:latin typeface="Arial" panose="020B0604020202020204" pitchFamily="34" charset="0"/>
              <a:ea typeface="+mn-ea"/>
              <a:cs typeface="Arial" panose="020B0604020202020204" pitchFamily="34" charset="0"/>
            </a:endParaRPr>
          </a:p>
        </p:txBody>
      </p:sp>
      <p:sp>
        <p:nvSpPr>
          <p:cNvPr id="4" name="TextBox 3">
            <a:extLst>
              <a:ext uri="{FF2B5EF4-FFF2-40B4-BE49-F238E27FC236}">
                <a16:creationId xmlns:a16="http://schemas.microsoft.com/office/drawing/2014/main" id="{EABEE2EE-BF4D-7A4A-B3C6-9E47668CCD98}"/>
              </a:ext>
            </a:extLst>
          </p:cNvPr>
          <p:cNvSpPr txBox="1"/>
          <p:nvPr userDrawn="1"/>
        </p:nvSpPr>
        <p:spPr>
          <a:xfrm>
            <a:off x="734132" y="6402808"/>
            <a:ext cx="499729" cy="138499"/>
          </a:xfrm>
          <a:prstGeom prst="rect">
            <a:avLst/>
          </a:prstGeom>
          <a:noFill/>
        </p:spPr>
        <p:txBody>
          <a:bodyPr wrap="square" lIns="0" tIns="0" rIns="0" bIns="0" rtlCol="0">
            <a:spAutoFit/>
          </a:bodyPr>
          <a:lstStyle/>
          <a:p>
            <a:pPr marL="0" marR="0" lvl="0" indent="0" algn="l" defTabSz="890760" rtl="0" eaLnBrk="1" fontAlgn="auto" latinLnBrk="0" hangingPunct="1">
              <a:lnSpc>
                <a:spcPct val="100000"/>
              </a:lnSpc>
              <a:spcBef>
                <a:spcPts val="0"/>
              </a:spcBef>
              <a:spcAft>
                <a:spcPts val="0"/>
              </a:spcAft>
              <a:buClrTx/>
              <a:buSzTx/>
              <a:buFontTx/>
              <a:buNone/>
              <a:tabLst/>
              <a:defRPr/>
            </a:pPr>
            <a:fld id="{C3837181-38C6-AD4F-B8BA-B444770388BB}" type="slidenum">
              <a:rPr lang="en-US" sz="900" smtClean="0">
                <a:solidFill>
                  <a:srgbClr val="1D1D1B"/>
                </a:solidFill>
                <a:latin typeface="Arial" panose="020B0604020202020204" pitchFamily="34" charset="0"/>
                <a:cs typeface="Arial" panose="020B0604020202020204" pitchFamily="34" charset="0"/>
              </a:rPr>
              <a:pPr marL="0" marR="0" lvl="0" indent="0" algn="l" defTabSz="890760" rtl="0" eaLnBrk="1" fontAlgn="auto" latinLnBrk="0" hangingPunct="1">
                <a:lnSpc>
                  <a:spcPct val="100000"/>
                </a:lnSpc>
                <a:spcBef>
                  <a:spcPts val="0"/>
                </a:spcBef>
                <a:spcAft>
                  <a:spcPts val="0"/>
                </a:spcAft>
                <a:buClrTx/>
                <a:buSzTx/>
                <a:buFontTx/>
                <a:buNone/>
                <a:tabLst/>
                <a:defRPr/>
              </a:pPr>
              <a:t>‹#›</a:t>
            </a:fld>
            <a:endParaRPr lang="en-US" sz="900" dirty="0">
              <a:solidFill>
                <a:srgbClr val="1D1D1B"/>
              </a:solidFill>
              <a:latin typeface="Arial" panose="020B0604020202020204" pitchFamily="34" charset="0"/>
              <a:cs typeface="Arial" panose="020B0604020202020204" pitchFamily="34" charset="0"/>
            </a:endParaRPr>
          </a:p>
        </p:txBody>
      </p:sp>
      <p:grpSp>
        <p:nvGrpSpPr>
          <p:cNvPr id="88"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91"/>
            <a:ext cx="1967973" cy="4233515"/>
            <a:chOff x="5343885" y="-48857"/>
            <a:chExt cx="3271316" cy="7037279"/>
          </a:xfrm>
        </p:grpSpPr>
        <p:sp>
          <p:nvSpPr>
            <p:cNvPr id="89"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90"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91"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92"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93"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87"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94"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95"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96"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97"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98"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99"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100"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101"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102" name="矩形 13">
              <a:extLst>
                <a:ext uri="{FF2B5EF4-FFF2-40B4-BE49-F238E27FC236}">
                  <a16:creationId xmlns:a16="http://schemas.microsoft.com/office/drawing/2014/main" id="{371A8520-F934-304C-B57F-B49F768694E2}"/>
                </a:ext>
              </a:extLst>
            </p:cNvPr>
            <p:cNvSpPr/>
            <p:nvPr userDrawn="1"/>
          </p:nvSpPr>
          <p:spPr>
            <a:xfrm>
              <a:off x="6184543" y="4866463"/>
              <a:ext cx="791510" cy="664398"/>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103" name="矩形 13">
              <a:extLst>
                <a:ext uri="{FF2B5EF4-FFF2-40B4-BE49-F238E27FC236}">
                  <a16:creationId xmlns:a16="http://schemas.microsoft.com/office/drawing/2014/main" id="{B83004D7-279B-C14E-9FCF-870FA1B74FDF}"/>
                </a:ext>
              </a:extLst>
            </p:cNvPr>
            <p:cNvSpPr/>
            <p:nvPr userDrawn="1"/>
          </p:nvSpPr>
          <p:spPr>
            <a:xfrm>
              <a:off x="6182308" y="4134866"/>
              <a:ext cx="791510" cy="664398"/>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104" name="矩形 13">
              <a:extLst>
                <a:ext uri="{FF2B5EF4-FFF2-40B4-BE49-F238E27FC236}">
                  <a16:creationId xmlns:a16="http://schemas.microsoft.com/office/drawing/2014/main" id="{99635968-4E69-CC41-9D78-6DF253FE3035}"/>
                </a:ext>
              </a:extLst>
            </p:cNvPr>
            <p:cNvSpPr/>
            <p:nvPr userDrawn="1"/>
          </p:nvSpPr>
          <p:spPr>
            <a:xfrm>
              <a:off x="6177324" y="5596166"/>
              <a:ext cx="791510" cy="664398"/>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105"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106"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107"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108"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87"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109"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110"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111"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112"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113"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114"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115"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116"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87"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117" name="矩形 13">
              <a:extLst>
                <a:ext uri="{FF2B5EF4-FFF2-40B4-BE49-F238E27FC236}">
                  <a16:creationId xmlns:a16="http://schemas.microsoft.com/office/drawing/2014/main" id="{20725C9F-31AE-DB44-B70A-B4ECDEC0BC00}"/>
                </a:ext>
              </a:extLst>
            </p:cNvPr>
            <p:cNvSpPr/>
            <p:nvPr/>
          </p:nvSpPr>
          <p:spPr>
            <a:xfrm>
              <a:off x="7811114" y="3415851"/>
              <a:ext cx="791510" cy="664398"/>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118" name="矩形 13">
              <a:extLst>
                <a:ext uri="{FF2B5EF4-FFF2-40B4-BE49-F238E27FC236}">
                  <a16:creationId xmlns:a16="http://schemas.microsoft.com/office/drawing/2014/main" id="{AC5BCC27-B68D-0743-8E0B-E25F8D01C3A4}"/>
                </a:ext>
              </a:extLst>
            </p:cNvPr>
            <p:cNvSpPr/>
            <p:nvPr/>
          </p:nvSpPr>
          <p:spPr>
            <a:xfrm>
              <a:off x="7820945" y="4866463"/>
              <a:ext cx="791510" cy="664398"/>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119" name="矩形 13">
              <a:extLst>
                <a:ext uri="{FF2B5EF4-FFF2-40B4-BE49-F238E27FC236}">
                  <a16:creationId xmlns:a16="http://schemas.microsoft.com/office/drawing/2014/main" id="{51C2E83A-C975-6945-B2FD-5B22BBB53DB7}"/>
                </a:ext>
              </a:extLst>
            </p:cNvPr>
            <p:cNvSpPr/>
            <p:nvPr/>
          </p:nvSpPr>
          <p:spPr>
            <a:xfrm>
              <a:off x="7818707" y="4134866"/>
              <a:ext cx="791510" cy="664398"/>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120" name="矩形 13">
              <a:extLst>
                <a:ext uri="{FF2B5EF4-FFF2-40B4-BE49-F238E27FC236}">
                  <a16:creationId xmlns:a16="http://schemas.microsoft.com/office/drawing/2014/main" id="{BEE9A95F-6965-354F-A2C7-2E8C81DDA52F}"/>
                </a:ext>
              </a:extLst>
            </p:cNvPr>
            <p:cNvSpPr/>
            <p:nvPr/>
          </p:nvSpPr>
          <p:spPr>
            <a:xfrm>
              <a:off x="7823691" y="5596166"/>
              <a:ext cx="791510" cy="664398"/>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190/233/238</a:t>
              </a:r>
            </a:p>
          </p:txBody>
        </p:sp>
        <p:sp>
          <p:nvSpPr>
            <p:cNvPr id="121"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122"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123"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0/0/0</a:t>
              </a:r>
            </a:p>
          </p:txBody>
        </p:sp>
        <p:sp>
          <p:nvSpPr>
            <p:cNvPr id="124"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125" name="矩形 13">
              <a:extLst>
                <a:ext uri="{FF2B5EF4-FFF2-40B4-BE49-F238E27FC236}">
                  <a16:creationId xmlns:a16="http://schemas.microsoft.com/office/drawing/2014/main" id="{0B0545C9-147F-584F-80D2-EF13876D7D33}"/>
                </a:ext>
              </a:extLst>
            </p:cNvPr>
            <p:cNvSpPr/>
            <p:nvPr userDrawn="1"/>
          </p:nvSpPr>
          <p:spPr>
            <a:xfrm>
              <a:off x="6445335" y="6324024"/>
              <a:ext cx="513579" cy="664398"/>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126" name="矩形 13">
              <a:extLst>
                <a:ext uri="{FF2B5EF4-FFF2-40B4-BE49-F238E27FC236}">
                  <a16:creationId xmlns:a16="http://schemas.microsoft.com/office/drawing/2014/main" id="{44FD0A0B-0D45-3340-A523-465AC24134BF}"/>
                </a:ext>
              </a:extLst>
            </p:cNvPr>
            <p:cNvSpPr/>
            <p:nvPr userDrawn="1"/>
          </p:nvSpPr>
          <p:spPr>
            <a:xfrm>
              <a:off x="7003279" y="6324024"/>
              <a:ext cx="513579" cy="664398"/>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127" name="矩形 13">
              <a:extLst>
                <a:ext uri="{FF2B5EF4-FFF2-40B4-BE49-F238E27FC236}">
                  <a16:creationId xmlns:a16="http://schemas.microsoft.com/office/drawing/2014/main" id="{2C404A07-276B-3648-BB25-4EDB5905448C}"/>
                </a:ext>
              </a:extLst>
            </p:cNvPr>
            <p:cNvSpPr/>
            <p:nvPr userDrawn="1"/>
          </p:nvSpPr>
          <p:spPr>
            <a:xfrm>
              <a:off x="7551547" y="6324024"/>
              <a:ext cx="513579" cy="664398"/>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128" name="矩形 13">
              <a:extLst>
                <a:ext uri="{FF2B5EF4-FFF2-40B4-BE49-F238E27FC236}">
                  <a16:creationId xmlns:a16="http://schemas.microsoft.com/office/drawing/2014/main" id="{72B0F29C-A346-8946-9B8E-8F1B9DFF7AD0}"/>
                </a:ext>
              </a:extLst>
            </p:cNvPr>
            <p:cNvSpPr/>
            <p:nvPr userDrawn="1"/>
          </p:nvSpPr>
          <p:spPr>
            <a:xfrm>
              <a:off x="8098559" y="6324024"/>
              <a:ext cx="513579" cy="664398"/>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pic>
        <p:nvPicPr>
          <p:cNvPr id="47" name="Picture 46">
            <a:extLst>
              <a:ext uri="{FF2B5EF4-FFF2-40B4-BE49-F238E27FC236}">
                <a16:creationId xmlns:a16="http://schemas.microsoft.com/office/drawing/2014/main" id="{92D9040A-3082-2F49-987E-B51574332EF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96176" y="6323416"/>
            <a:ext cx="1270800" cy="275024"/>
          </a:xfrm>
          <a:prstGeom prst="rect">
            <a:avLst/>
          </a:prstGeom>
        </p:spPr>
      </p:pic>
    </p:spTree>
    <p:extLst>
      <p:ext uri="{BB962C8B-B14F-4D97-AF65-F5344CB8AC3E}">
        <p14:creationId xmlns:p14="http://schemas.microsoft.com/office/powerpoint/2010/main" val="520055288"/>
      </p:ext>
    </p:extLst>
  </p:cSld>
  <p:clrMap bg1="lt1" tx1="dk1" bg2="lt2" tx2="dk2" accent1="accent1" accent2="accent2" accent3="accent3" accent4="accent4" accent5="accent5" accent6="accent6" hlink="hlink" folHlink="folHlink"/>
  <p:sldLayoutIdLst>
    <p:sldLayoutId id="2147483898" r:id="rId1"/>
  </p:sldLayoutIdLst>
  <p:hf hdr="0" ftr="0" dt="0"/>
  <p:txStyles>
    <p:titleStyle>
      <a:lvl1pPr algn="l" defTabSz="1187679" rtl="0" eaLnBrk="1" latinLnBrk="0" hangingPunct="1">
        <a:lnSpc>
          <a:spcPct val="90000"/>
        </a:lnSpc>
        <a:spcBef>
          <a:spcPct val="0"/>
        </a:spcBef>
        <a:buNone/>
        <a:defRPr sz="5715" kern="1200">
          <a:solidFill>
            <a:schemeClr val="tx1"/>
          </a:solidFill>
          <a:latin typeface="+mj-lt"/>
          <a:ea typeface="+mj-ea"/>
          <a:cs typeface="+mj-cs"/>
        </a:defRPr>
      </a:lvl1pPr>
    </p:titleStyle>
    <p:bodyStyle>
      <a:lvl1pPr marL="296920" indent="-296920" algn="l" defTabSz="1187679"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760" indent="-296920" algn="l" defTabSz="1187679"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600" indent="-296920" algn="l" defTabSz="1187679"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440"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280"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120"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59960"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3800"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7639" indent="-296920" algn="l" defTabSz="1187679"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p:bodyStyle>
    <p:otherStyle>
      <a:defPPr>
        <a:defRPr lang="en-US"/>
      </a:defPPr>
      <a:lvl1pPr marL="0" algn="l" defTabSz="1187679" rtl="0" eaLnBrk="1" latinLnBrk="0" hangingPunct="1">
        <a:defRPr sz="2338" kern="1200">
          <a:solidFill>
            <a:schemeClr val="tx1"/>
          </a:solidFill>
          <a:latin typeface="+mn-lt"/>
          <a:ea typeface="+mn-ea"/>
          <a:cs typeface="+mn-cs"/>
        </a:defRPr>
      </a:lvl1pPr>
      <a:lvl2pPr marL="593841" algn="l" defTabSz="1187679" rtl="0" eaLnBrk="1" latinLnBrk="0" hangingPunct="1">
        <a:defRPr sz="2338" kern="1200">
          <a:solidFill>
            <a:schemeClr val="tx1"/>
          </a:solidFill>
          <a:latin typeface="+mn-lt"/>
          <a:ea typeface="+mn-ea"/>
          <a:cs typeface="+mn-cs"/>
        </a:defRPr>
      </a:lvl2pPr>
      <a:lvl3pPr marL="1187679" algn="l" defTabSz="1187679" rtl="0" eaLnBrk="1" latinLnBrk="0" hangingPunct="1">
        <a:defRPr sz="2338" kern="1200">
          <a:solidFill>
            <a:schemeClr val="tx1"/>
          </a:solidFill>
          <a:latin typeface="+mn-lt"/>
          <a:ea typeface="+mn-ea"/>
          <a:cs typeface="+mn-cs"/>
        </a:defRPr>
      </a:lvl3pPr>
      <a:lvl4pPr marL="1781521" algn="l" defTabSz="1187679" rtl="0" eaLnBrk="1" latinLnBrk="0" hangingPunct="1">
        <a:defRPr sz="2338" kern="1200">
          <a:solidFill>
            <a:schemeClr val="tx1"/>
          </a:solidFill>
          <a:latin typeface="+mn-lt"/>
          <a:ea typeface="+mn-ea"/>
          <a:cs typeface="+mn-cs"/>
        </a:defRPr>
      </a:lvl4pPr>
      <a:lvl5pPr marL="2375360" algn="l" defTabSz="1187679" rtl="0" eaLnBrk="1" latinLnBrk="0" hangingPunct="1">
        <a:defRPr sz="2338" kern="1200">
          <a:solidFill>
            <a:schemeClr val="tx1"/>
          </a:solidFill>
          <a:latin typeface="+mn-lt"/>
          <a:ea typeface="+mn-ea"/>
          <a:cs typeface="+mn-cs"/>
        </a:defRPr>
      </a:lvl5pPr>
      <a:lvl6pPr marL="2969200" algn="l" defTabSz="1187679" rtl="0" eaLnBrk="1" latinLnBrk="0" hangingPunct="1">
        <a:defRPr sz="2338" kern="1200">
          <a:solidFill>
            <a:schemeClr val="tx1"/>
          </a:solidFill>
          <a:latin typeface="+mn-lt"/>
          <a:ea typeface="+mn-ea"/>
          <a:cs typeface="+mn-cs"/>
        </a:defRPr>
      </a:lvl6pPr>
      <a:lvl7pPr marL="3563040" algn="l" defTabSz="1187679" rtl="0" eaLnBrk="1" latinLnBrk="0" hangingPunct="1">
        <a:defRPr sz="2338" kern="1200">
          <a:solidFill>
            <a:schemeClr val="tx1"/>
          </a:solidFill>
          <a:latin typeface="+mn-lt"/>
          <a:ea typeface="+mn-ea"/>
          <a:cs typeface="+mn-cs"/>
        </a:defRPr>
      </a:lvl7pPr>
      <a:lvl8pPr marL="4156881" algn="l" defTabSz="1187679" rtl="0" eaLnBrk="1" latinLnBrk="0" hangingPunct="1">
        <a:defRPr sz="2338" kern="1200">
          <a:solidFill>
            <a:schemeClr val="tx1"/>
          </a:solidFill>
          <a:latin typeface="+mn-lt"/>
          <a:ea typeface="+mn-ea"/>
          <a:cs typeface="+mn-cs"/>
        </a:defRPr>
      </a:lvl8pPr>
      <a:lvl9pPr marL="4750720" algn="l" defTabSz="1187679" rtl="0" eaLnBrk="1" latinLnBrk="0" hangingPunct="1">
        <a:defRPr sz="2338"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userDrawn="1"/>
        </p:nvSpPr>
        <p:spPr>
          <a:xfrm>
            <a:off x="1095467" y="6356939"/>
            <a:ext cx="3503965" cy="230832"/>
          </a:xfrm>
          <a:prstGeom prst="rect">
            <a:avLst/>
          </a:prstGeom>
          <a:noFill/>
        </p:spPr>
        <p:txBody>
          <a:bodyPr wrap="square" rtlCol="0">
            <a:spAutoFit/>
          </a:bodyPr>
          <a:lstStyle/>
          <a:p>
            <a:r>
              <a:rPr lang="en-US" altLang="zh-CN" sz="900" b="0" kern="1200" baseline="0" dirty="0">
                <a:solidFill>
                  <a:srgbClr val="1D1D1B"/>
                </a:solidFill>
                <a:latin typeface="Arial" panose="020B0604020202020204" pitchFamily="34" charset="0"/>
                <a:ea typeface="+mn-ea"/>
                <a:cs typeface="Arial" panose="020B0604020202020204" pitchFamily="34" charset="0"/>
              </a:rPr>
              <a:t>Huawei Proprietary - Restricted Distribution</a:t>
            </a:r>
            <a:endParaRPr lang="en-US" sz="900" b="0" kern="1200" baseline="0" dirty="0">
              <a:solidFill>
                <a:srgbClr val="1D1D1B"/>
              </a:solidFill>
              <a:latin typeface="Arial" panose="020B0604020202020204" pitchFamily="34" charset="0"/>
              <a:ea typeface="+mn-ea"/>
              <a:cs typeface="Arial" panose="020B0604020202020204" pitchFamily="34" charset="0"/>
            </a:endParaRPr>
          </a:p>
        </p:txBody>
      </p:sp>
      <p:sp>
        <p:nvSpPr>
          <p:cNvPr id="4" name="TextBox 3"/>
          <p:cNvSpPr txBox="1"/>
          <p:nvPr userDrawn="1"/>
        </p:nvSpPr>
        <p:spPr>
          <a:xfrm>
            <a:off x="734131" y="6402806"/>
            <a:ext cx="499729" cy="138499"/>
          </a:xfrm>
          <a:prstGeom prst="rect">
            <a:avLst/>
          </a:prstGeom>
          <a:noFill/>
        </p:spPr>
        <p:txBody>
          <a:bodyPr wrap="square" lIns="0" tIns="0" rIns="0" bIns="0" rtlCol="0">
            <a:spAutoFit/>
          </a:bodyPr>
          <a:lstStyle/>
          <a:p>
            <a:pPr marL="0" marR="0" lvl="0" indent="0" algn="l" defTabSz="890905" rtl="0" eaLnBrk="1" fontAlgn="auto" latinLnBrk="0" hangingPunct="1">
              <a:lnSpc>
                <a:spcPct val="100000"/>
              </a:lnSpc>
              <a:spcBef>
                <a:spcPts val="0"/>
              </a:spcBef>
              <a:spcAft>
                <a:spcPts val="0"/>
              </a:spcAft>
              <a:buClrTx/>
              <a:buSzTx/>
              <a:buFontTx/>
              <a:buNone/>
              <a:defRPr/>
            </a:pPr>
            <a:fld id="{C3837181-38C6-AD4F-B8BA-B444770388BB}" type="slidenum">
              <a:rPr lang="en-US" sz="900" smtClean="0">
                <a:solidFill>
                  <a:srgbClr val="1D1D1B"/>
                </a:solidFill>
                <a:latin typeface="Arial" panose="020B0604020202020204" pitchFamily="34" charset="0"/>
                <a:cs typeface="Arial" panose="020B0604020202020204" pitchFamily="34" charset="0"/>
              </a:rPr>
              <a:t>‹#›</a:t>
            </a:fld>
            <a:endParaRPr lang="en-US" sz="900" dirty="0">
              <a:solidFill>
                <a:srgbClr val="1D1D1B"/>
              </a:solidFill>
              <a:latin typeface="Arial" panose="020B0604020202020204" pitchFamily="34" charset="0"/>
              <a:cs typeface="Arial" panose="020B0604020202020204" pitchFamily="34" charset="0"/>
            </a:endParaRPr>
          </a:p>
        </p:txBody>
      </p:sp>
      <p:grpSp>
        <p:nvGrpSpPr>
          <p:cNvPr id="88" name="Group 87"/>
          <p:cNvGrpSpPr>
            <a:grpSpLocks noChangeAspect="1"/>
          </p:cNvGrpSpPr>
          <p:nvPr userDrawn="1"/>
        </p:nvGrpSpPr>
        <p:grpSpPr>
          <a:xfrm>
            <a:off x="12290470" y="2625389"/>
            <a:ext cx="1967973" cy="4233515"/>
            <a:chOff x="5343885" y="-48857"/>
            <a:chExt cx="3271316" cy="7037279"/>
          </a:xfrm>
        </p:grpSpPr>
        <p:sp>
          <p:nvSpPr>
            <p:cNvPr id="89"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196/0/84</a:t>
              </a:r>
            </a:p>
          </p:txBody>
        </p:sp>
        <p:sp>
          <p:nvSpPr>
            <p:cNvPr id="90" name="文本框 15"/>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微软雅黑" panose="020B0503020204020204" pitchFamily="34" charset="-122"/>
                  <a:ea typeface="微软雅黑" panose="020B0503020204020204" pitchFamily="34" charset="-122"/>
                </a:rPr>
                <a:t>公司辅助色</a:t>
              </a:r>
            </a:p>
          </p:txBody>
        </p:sp>
        <p:sp>
          <p:nvSpPr>
            <p:cNvPr id="91"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203/55/120</a:t>
              </a:r>
            </a:p>
          </p:txBody>
        </p:sp>
        <p:sp>
          <p:nvSpPr>
            <p:cNvPr id="92"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237/109/0</a:t>
              </a:r>
            </a:p>
          </p:txBody>
        </p:sp>
        <p:sp>
          <p:nvSpPr>
            <p:cNvPr id="93"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153/54/54</a:t>
              </a:r>
            </a:p>
          </p:txBody>
        </p:sp>
        <p:sp>
          <p:nvSpPr>
            <p:cNvPr id="94"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98/178/48</a:t>
              </a:r>
            </a:p>
          </p:txBody>
        </p:sp>
        <p:sp>
          <p:nvSpPr>
            <p:cNvPr id="95"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242/137/68</a:t>
              </a:r>
            </a:p>
          </p:txBody>
        </p:sp>
        <p:sp>
          <p:nvSpPr>
            <p:cNvPr id="96"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PANTONE 185C</a:t>
              </a:r>
            </a:p>
            <a:p>
              <a:pPr algn="ctr">
                <a:lnSpc>
                  <a:spcPts val="620"/>
                </a:lnSpc>
                <a:spcBef>
                  <a:spcPts val="0"/>
                </a:spcBef>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199/0/11  </a:t>
              </a:r>
            </a:p>
          </p:txBody>
        </p:sp>
        <p:sp>
          <p:nvSpPr>
            <p:cNvPr id="97" name="文本框 15"/>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微软雅黑" panose="020B0503020204020204" pitchFamily="34" charset="-122"/>
                  <a:ea typeface="微软雅黑" panose="020B0503020204020204" pitchFamily="34" charset="-122"/>
                </a:rPr>
                <a:t>公司色</a:t>
              </a:r>
            </a:p>
          </p:txBody>
        </p:sp>
        <p:sp>
          <p:nvSpPr>
            <p:cNvPr id="98"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PANTONE 186C</a:t>
              </a:r>
            </a:p>
            <a:p>
              <a:pPr algn="ctr">
                <a:lnSpc>
                  <a:spcPts val="620"/>
                </a:lnSpc>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200/16/46  </a:t>
              </a:r>
            </a:p>
          </p:txBody>
        </p:sp>
        <p:sp>
          <p:nvSpPr>
            <p:cNvPr id="99"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127/0/1</a:t>
              </a:r>
            </a:p>
          </p:txBody>
        </p:sp>
        <p:sp>
          <p:nvSpPr>
            <p:cNvPr id="100"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52/200/0</a:t>
              </a:r>
            </a:p>
          </p:txBody>
        </p:sp>
        <p:sp>
          <p:nvSpPr>
            <p:cNvPr id="101"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48/181/197</a:t>
              </a:r>
            </a:p>
          </p:txBody>
        </p:sp>
        <p:sp>
          <p:nvSpPr>
            <p:cNvPr id="102" name="矩形 13"/>
            <p:cNvSpPr/>
            <p:nvPr userDrawn="1"/>
          </p:nvSpPr>
          <p:spPr>
            <a:xfrm>
              <a:off x="6184543" y="4866463"/>
              <a:ext cx="791510" cy="664398"/>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129/193/95</a:t>
              </a:r>
            </a:p>
          </p:txBody>
        </p:sp>
        <p:sp>
          <p:nvSpPr>
            <p:cNvPr id="103" name="矩形 13"/>
            <p:cNvSpPr/>
            <p:nvPr userDrawn="1"/>
          </p:nvSpPr>
          <p:spPr>
            <a:xfrm>
              <a:off x="6182308" y="4134866"/>
              <a:ext cx="791510" cy="664398"/>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253/211/81</a:t>
              </a:r>
            </a:p>
          </p:txBody>
        </p:sp>
        <p:sp>
          <p:nvSpPr>
            <p:cNvPr id="104" name="矩形 13"/>
            <p:cNvSpPr/>
            <p:nvPr userDrawn="1"/>
          </p:nvSpPr>
          <p:spPr>
            <a:xfrm>
              <a:off x="6177324" y="5596166"/>
              <a:ext cx="791510" cy="664398"/>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86/196/210</a:t>
              </a:r>
            </a:p>
          </p:txBody>
        </p:sp>
        <p:sp>
          <p:nvSpPr>
            <p:cNvPr id="105"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211/57/65</a:t>
              </a:r>
            </a:p>
          </p:txBody>
        </p:sp>
        <p:sp>
          <p:nvSpPr>
            <p:cNvPr id="106"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p>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211/56/89</a:t>
              </a:r>
            </a:p>
          </p:txBody>
        </p:sp>
        <p:sp>
          <p:nvSpPr>
            <p:cNvPr id="107"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221/128/170</a:t>
              </a:r>
            </a:p>
          </p:txBody>
        </p:sp>
        <p:sp>
          <p:nvSpPr>
            <p:cNvPr id="108"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191/128/130</a:t>
              </a:r>
            </a:p>
          </p:txBody>
        </p:sp>
        <p:sp>
          <p:nvSpPr>
            <p:cNvPr id="109"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246/183/140</a:t>
              </a:r>
            </a:p>
          </p:txBody>
        </p:sp>
        <p:sp>
          <p:nvSpPr>
            <p:cNvPr id="110"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176/216/156</a:t>
              </a:r>
            </a:p>
          </p:txBody>
        </p:sp>
        <p:sp>
          <p:nvSpPr>
            <p:cNvPr id="111"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253/227/181</a:t>
              </a:r>
            </a:p>
          </p:txBody>
        </p:sp>
        <p:sp>
          <p:nvSpPr>
            <p:cNvPr id="112"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148/218/226</a:t>
              </a:r>
            </a:p>
          </p:txBody>
        </p:sp>
        <p:sp>
          <p:nvSpPr>
            <p:cNvPr id="113"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226/129/137</a:t>
              </a:r>
            </a:p>
          </p:txBody>
        </p:sp>
        <p:sp>
          <p:nvSpPr>
            <p:cNvPr id="114"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226/129/152</a:t>
              </a:r>
            </a:p>
          </p:txBody>
        </p:sp>
        <p:sp>
          <p:nvSpPr>
            <p:cNvPr id="115"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235/179/204</a:t>
              </a:r>
            </a:p>
          </p:txBody>
        </p:sp>
        <p:sp>
          <p:nvSpPr>
            <p:cNvPr id="116"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216/179/179</a:t>
              </a:r>
            </a:p>
          </p:txBody>
        </p:sp>
        <p:sp>
          <p:nvSpPr>
            <p:cNvPr id="117" name="矩形 13"/>
            <p:cNvSpPr/>
            <p:nvPr/>
          </p:nvSpPr>
          <p:spPr>
            <a:xfrm>
              <a:off x="7811114" y="3415851"/>
              <a:ext cx="791510" cy="664398"/>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250/211/187</a:t>
              </a:r>
            </a:p>
          </p:txBody>
        </p:sp>
        <p:sp>
          <p:nvSpPr>
            <p:cNvPr id="118" name="矩形 13"/>
            <p:cNvSpPr/>
            <p:nvPr/>
          </p:nvSpPr>
          <p:spPr>
            <a:xfrm>
              <a:off x="7820945" y="4866463"/>
              <a:ext cx="791510" cy="664398"/>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208/232/196</a:t>
              </a:r>
            </a:p>
          </p:txBody>
        </p:sp>
        <p:sp>
          <p:nvSpPr>
            <p:cNvPr id="119" name="矩形 13"/>
            <p:cNvSpPr/>
            <p:nvPr/>
          </p:nvSpPr>
          <p:spPr>
            <a:xfrm>
              <a:off x="7818707" y="4134866"/>
              <a:ext cx="791510" cy="664398"/>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254/238/193</a:t>
              </a:r>
            </a:p>
          </p:txBody>
        </p:sp>
        <p:sp>
          <p:nvSpPr>
            <p:cNvPr id="120" name="矩形 13"/>
            <p:cNvSpPr/>
            <p:nvPr/>
          </p:nvSpPr>
          <p:spPr>
            <a:xfrm>
              <a:off x="7823691" y="5596166"/>
              <a:ext cx="791510" cy="664398"/>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190/233/238</a:t>
              </a:r>
            </a:p>
          </p:txBody>
        </p:sp>
        <p:sp>
          <p:nvSpPr>
            <p:cNvPr id="121"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239/178/184</a:t>
              </a:r>
            </a:p>
          </p:txBody>
        </p:sp>
        <p:sp>
          <p:nvSpPr>
            <p:cNvPr id="122"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238/179/193</a:t>
              </a:r>
            </a:p>
          </p:txBody>
        </p:sp>
        <p:sp>
          <p:nvSpPr>
            <p:cNvPr id="123"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0/0/0</a:t>
              </a:r>
            </a:p>
          </p:txBody>
        </p:sp>
        <p:sp>
          <p:nvSpPr>
            <p:cNvPr id="124"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p>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89/87/87</a:t>
              </a:r>
            </a:p>
          </p:txBody>
        </p:sp>
        <p:sp>
          <p:nvSpPr>
            <p:cNvPr id="125" name="矩形 13"/>
            <p:cNvSpPr/>
            <p:nvPr userDrawn="1"/>
          </p:nvSpPr>
          <p:spPr>
            <a:xfrm>
              <a:off x="6445335" y="6324024"/>
              <a:ext cx="513579" cy="664398"/>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p>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137/137/</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137</a:t>
              </a:r>
            </a:p>
          </p:txBody>
        </p:sp>
        <p:sp>
          <p:nvSpPr>
            <p:cNvPr id="126" name="矩形 13"/>
            <p:cNvSpPr/>
            <p:nvPr userDrawn="1"/>
          </p:nvSpPr>
          <p:spPr>
            <a:xfrm>
              <a:off x="7003279" y="6324024"/>
              <a:ext cx="513579" cy="664398"/>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p>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181/181/</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181</a:t>
              </a:r>
            </a:p>
          </p:txBody>
        </p:sp>
        <p:sp>
          <p:nvSpPr>
            <p:cNvPr id="127" name="矩形 13"/>
            <p:cNvSpPr/>
            <p:nvPr userDrawn="1"/>
          </p:nvSpPr>
          <p:spPr>
            <a:xfrm>
              <a:off x="7551547" y="6324024"/>
              <a:ext cx="513579" cy="664398"/>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221/221/</a:t>
              </a:r>
              <a:b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221</a:t>
              </a:r>
            </a:p>
          </p:txBody>
        </p:sp>
        <p:sp>
          <p:nvSpPr>
            <p:cNvPr id="128" name="矩形 13"/>
            <p:cNvSpPr/>
            <p:nvPr userDrawn="1"/>
          </p:nvSpPr>
          <p:spPr>
            <a:xfrm>
              <a:off x="8098559" y="6324024"/>
              <a:ext cx="513579" cy="664398"/>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a:t>
              </a:r>
            </a:p>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255/255/</a:t>
              </a:r>
              <a:b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255</a:t>
              </a:r>
            </a:p>
          </p:txBody>
        </p:sp>
      </p:grpSp>
      <p:pic>
        <p:nvPicPr>
          <p:cNvPr id="47" name="Picture 4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196176" y="6323416"/>
            <a:ext cx="1270800" cy="275024"/>
          </a:xfrm>
          <a:prstGeom prst="rect">
            <a:avLst/>
          </a:prstGeom>
        </p:spPr>
      </p:pic>
    </p:spTree>
    <p:extLst>
      <p:ext uri="{BB962C8B-B14F-4D97-AF65-F5344CB8AC3E}">
        <p14:creationId xmlns:p14="http://schemas.microsoft.com/office/powerpoint/2010/main" val="3459988511"/>
      </p:ext>
    </p:extLst>
  </p:cSld>
  <p:clrMap bg1="lt1" tx1="dk1" bg2="lt2" tx2="dk2" accent1="accent1" accent2="accent2" accent3="accent3" accent4="accent4" accent5="accent5" accent6="accent6" hlink="hlink" folHlink="folHlink"/>
  <p:sldLayoutIdLst>
    <p:sldLayoutId id="2147483901" r:id="rId1"/>
    <p:sldLayoutId id="2147483902" r:id="rId2"/>
  </p:sldLayoutIdLst>
  <p:hf hdr="0" ftr="0" dt="0"/>
  <p:txStyles>
    <p:titleStyle>
      <a:lvl1pPr algn="l" defTabSz="1188085" rtl="0" eaLnBrk="1" latinLnBrk="0" hangingPunct="1">
        <a:lnSpc>
          <a:spcPct val="90000"/>
        </a:lnSpc>
        <a:spcBef>
          <a:spcPct val="0"/>
        </a:spcBef>
        <a:buNone/>
        <a:defRPr sz="5715" kern="1200">
          <a:solidFill>
            <a:schemeClr val="tx1"/>
          </a:solidFill>
          <a:latin typeface="+mj-lt"/>
          <a:ea typeface="+mj-ea"/>
          <a:cs typeface="+mj-cs"/>
        </a:defRPr>
      </a:lvl1pPr>
    </p:titleStyle>
    <p:bodyStyle>
      <a:lvl1pPr marL="297180" indent="-297180" algn="l" defTabSz="1188085" rtl="0" eaLnBrk="1" latinLnBrk="0" hangingPunct="1">
        <a:lnSpc>
          <a:spcPct val="90000"/>
        </a:lnSpc>
        <a:spcBef>
          <a:spcPts val="1300"/>
        </a:spcBef>
        <a:buFont typeface="Arial" panose="020B0604020202020204" pitchFamily="34" charset="0"/>
        <a:buChar char="•"/>
        <a:defRPr sz="3635" kern="1200">
          <a:solidFill>
            <a:schemeClr val="tx1"/>
          </a:solidFill>
          <a:latin typeface="+mn-lt"/>
          <a:ea typeface="+mn-ea"/>
          <a:cs typeface="+mn-cs"/>
        </a:defRPr>
      </a:lvl1pPr>
      <a:lvl2pPr marL="890905" indent="-297180" algn="l" defTabSz="1188085" rtl="0" eaLnBrk="1" latinLnBrk="0" hangingPunct="1">
        <a:lnSpc>
          <a:spcPct val="90000"/>
        </a:lnSpc>
        <a:spcBef>
          <a:spcPts val="650"/>
        </a:spcBef>
        <a:buFont typeface="Arial" panose="020B0604020202020204" pitchFamily="34" charset="0"/>
        <a:buChar char="•"/>
        <a:defRPr sz="3120" kern="1200">
          <a:solidFill>
            <a:schemeClr val="tx1"/>
          </a:solidFill>
          <a:latin typeface="+mn-lt"/>
          <a:ea typeface="+mn-ea"/>
          <a:cs typeface="+mn-cs"/>
        </a:defRPr>
      </a:lvl2pPr>
      <a:lvl3pPr marL="1484630" indent="-297180" algn="l" defTabSz="1188085" rtl="0" eaLnBrk="1" latinLnBrk="0" hangingPunct="1">
        <a:lnSpc>
          <a:spcPct val="90000"/>
        </a:lnSpc>
        <a:spcBef>
          <a:spcPts val="650"/>
        </a:spcBef>
        <a:buFont typeface="Arial" panose="020B0604020202020204" pitchFamily="34" charset="0"/>
        <a:buChar char="•"/>
        <a:defRPr sz="2600" kern="1200">
          <a:solidFill>
            <a:schemeClr val="tx1"/>
          </a:solidFill>
          <a:latin typeface="+mn-lt"/>
          <a:ea typeface="+mn-ea"/>
          <a:cs typeface="+mn-cs"/>
        </a:defRPr>
      </a:lvl3pPr>
      <a:lvl4pPr marL="207835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4pPr>
      <a:lvl5pPr marL="267271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5pPr>
      <a:lvl6pPr marL="3266440"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6pPr>
      <a:lvl7pPr marL="386016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7pPr>
      <a:lvl8pPr marL="445452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8pPr>
      <a:lvl9pPr marL="5048250"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9pPr>
    </p:bodyStyle>
    <p:otherStyle>
      <a:defPPr>
        <a:defRPr lang="en-US"/>
      </a:defPPr>
      <a:lvl1pPr marL="0" algn="l" defTabSz="1188085" rtl="0" eaLnBrk="1" latinLnBrk="0" hangingPunct="1">
        <a:defRPr sz="2340" kern="1200">
          <a:solidFill>
            <a:schemeClr val="tx1"/>
          </a:solidFill>
          <a:latin typeface="+mn-lt"/>
          <a:ea typeface="+mn-ea"/>
          <a:cs typeface="+mn-cs"/>
        </a:defRPr>
      </a:lvl1pPr>
      <a:lvl2pPr marL="593725" algn="l" defTabSz="1188085" rtl="0" eaLnBrk="1" latinLnBrk="0" hangingPunct="1">
        <a:defRPr sz="2340" kern="1200">
          <a:solidFill>
            <a:schemeClr val="tx1"/>
          </a:solidFill>
          <a:latin typeface="+mn-lt"/>
          <a:ea typeface="+mn-ea"/>
          <a:cs typeface="+mn-cs"/>
        </a:defRPr>
      </a:lvl2pPr>
      <a:lvl3pPr marL="1188085" algn="l" defTabSz="1188085" rtl="0" eaLnBrk="1" latinLnBrk="0" hangingPunct="1">
        <a:defRPr sz="2340" kern="1200">
          <a:solidFill>
            <a:schemeClr val="tx1"/>
          </a:solidFill>
          <a:latin typeface="+mn-lt"/>
          <a:ea typeface="+mn-ea"/>
          <a:cs typeface="+mn-cs"/>
        </a:defRPr>
      </a:lvl3pPr>
      <a:lvl4pPr marL="1781810" algn="l" defTabSz="1188085" rtl="0" eaLnBrk="1" latinLnBrk="0" hangingPunct="1">
        <a:defRPr sz="2340" kern="1200">
          <a:solidFill>
            <a:schemeClr val="tx1"/>
          </a:solidFill>
          <a:latin typeface="+mn-lt"/>
          <a:ea typeface="+mn-ea"/>
          <a:cs typeface="+mn-cs"/>
        </a:defRPr>
      </a:lvl4pPr>
      <a:lvl5pPr marL="2375535" algn="l" defTabSz="1188085" rtl="0" eaLnBrk="1" latinLnBrk="0" hangingPunct="1">
        <a:defRPr sz="2340" kern="1200">
          <a:solidFill>
            <a:schemeClr val="tx1"/>
          </a:solidFill>
          <a:latin typeface="+mn-lt"/>
          <a:ea typeface="+mn-ea"/>
          <a:cs typeface="+mn-cs"/>
        </a:defRPr>
      </a:lvl5pPr>
      <a:lvl6pPr marL="2969260" algn="l" defTabSz="1188085" rtl="0" eaLnBrk="1" latinLnBrk="0" hangingPunct="1">
        <a:defRPr sz="2340" kern="1200">
          <a:solidFill>
            <a:schemeClr val="tx1"/>
          </a:solidFill>
          <a:latin typeface="+mn-lt"/>
          <a:ea typeface="+mn-ea"/>
          <a:cs typeface="+mn-cs"/>
        </a:defRPr>
      </a:lvl6pPr>
      <a:lvl7pPr marL="3563620" algn="l" defTabSz="1188085" rtl="0" eaLnBrk="1" latinLnBrk="0" hangingPunct="1">
        <a:defRPr sz="2340" kern="1200">
          <a:solidFill>
            <a:schemeClr val="tx1"/>
          </a:solidFill>
          <a:latin typeface="+mn-lt"/>
          <a:ea typeface="+mn-ea"/>
          <a:cs typeface="+mn-cs"/>
        </a:defRPr>
      </a:lvl7pPr>
      <a:lvl8pPr marL="4157345" algn="l" defTabSz="1188085" rtl="0" eaLnBrk="1" latinLnBrk="0" hangingPunct="1">
        <a:defRPr sz="2340" kern="1200">
          <a:solidFill>
            <a:schemeClr val="tx1"/>
          </a:solidFill>
          <a:latin typeface="+mn-lt"/>
          <a:ea typeface="+mn-ea"/>
          <a:cs typeface="+mn-cs"/>
        </a:defRPr>
      </a:lvl8pPr>
      <a:lvl9pPr marL="4751070" algn="l" defTabSz="1188085" rtl="0" eaLnBrk="1" latinLnBrk="0" hangingPunct="1">
        <a:defRPr sz="234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85A3D6-1271-D247-9E96-1B376F4BE7BE}"/>
              </a:ext>
            </a:extLst>
          </p:cNvPr>
          <p:cNvSpPr txBox="1"/>
          <p:nvPr userDrawn="1"/>
        </p:nvSpPr>
        <p:spPr>
          <a:xfrm>
            <a:off x="1095467" y="6356939"/>
            <a:ext cx="3503965" cy="230832"/>
          </a:xfrm>
          <a:prstGeom prst="rect">
            <a:avLst/>
          </a:prstGeom>
          <a:noFill/>
        </p:spPr>
        <p:txBody>
          <a:bodyPr wrap="square" rtlCol="0">
            <a:spAutoFit/>
          </a:bodyPr>
          <a:lstStyle/>
          <a:p>
            <a:r>
              <a:rPr lang="en-US" altLang="zh-CN" sz="900" b="0" kern="1200" baseline="0" dirty="0">
                <a:solidFill>
                  <a:srgbClr val="1D1D1B"/>
                </a:solidFill>
                <a:latin typeface="Arial" panose="020B0604020202020204" pitchFamily="34" charset="0"/>
                <a:ea typeface="+mn-ea"/>
                <a:cs typeface="Arial" panose="020B0604020202020204" pitchFamily="34" charset="0"/>
              </a:rPr>
              <a:t>Huawei Proprietary - Restricted Distribution</a:t>
            </a:r>
            <a:endParaRPr lang="en-US" sz="900" b="0" kern="1200" baseline="0" dirty="0">
              <a:solidFill>
                <a:srgbClr val="1D1D1B"/>
              </a:solidFill>
              <a:latin typeface="Arial" panose="020B0604020202020204" pitchFamily="34" charset="0"/>
              <a:ea typeface="+mn-ea"/>
              <a:cs typeface="Arial" panose="020B0604020202020204" pitchFamily="34" charset="0"/>
            </a:endParaRPr>
          </a:p>
        </p:txBody>
      </p:sp>
      <p:sp>
        <p:nvSpPr>
          <p:cNvPr id="4" name="TextBox 3">
            <a:extLst>
              <a:ext uri="{FF2B5EF4-FFF2-40B4-BE49-F238E27FC236}">
                <a16:creationId xmlns:a16="http://schemas.microsoft.com/office/drawing/2014/main" id="{EABEE2EE-BF4D-7A4A-B3C6-9E47668CCD98}"/>
              </a:ext>
            </a:extLst>
          </p:cNvPr>
          <p:cNvSpPr txBox="1"/>
          <p:nvPr userDrawn="1"/>
        </p:nvSpPr>
        <p:spPr>
          <a:xfrm>
            <a:off x="734131" y="6402806"/>
            <a:ext cx="499729" cy="138499"/>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00" smtClean="0">
                <a:solidFill>
                  <a:srgbClr val="1D1D1B"/>
                </a:solidFill>
                <a:latin typeface="Arial" panose="020B0604020202020204" pitchFamily="34" charset="0"/>
                <a:cs typeface="Arial" panose="020B0604020202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00" dirty="0">
              <a:solidFill>
                <a:srgbClr val="1D1D1B"/>
              </a:solidFill>
              <a:latin typeface="Arial" panose="020B0604020202020204" pitchFamily="34" charset="0"/>
              <a:cs typeface="Arial" panose="020B0604020202020204" pitchFamily="34" charset="0"/>
            </a:endParaRPr>
          </a:p>
        </p:txBody>
      </p:sp>
      <p:grpSp>
        <p:nvGrpSpPr>
          <p:cNvPr id="88"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0" y="2625389"/>
            <a:ext cx="1967973" cy="4233515"/>
            <a:chOff x="5343885" y="-48857"/>
            <a:chExt cx="3271316" cy="7037279"/>
          </a:xfrm>
        </p:grpSpPr>
        <p:sp>
          <p:nvSpPr>
            <p:cNvPr id="89"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90"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91"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92"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93"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94"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95"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96"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97"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98"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99"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100"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101"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102" name="矩形 13">
              <a:extLst>
                <a:ext uri="{FF2B5EF4-FFF2-40B4-BE49-F238E27FC236}">
                  <a16:creationId xmlns:a16="http://schemas.microsoft.com/office/drawing/2014/main" id="{371A8520-F934-304C-B57F-B49F768694E2}"/>
                </a:ext>
              </a:extLst>
            </p:cNvPr>
            <p:cNvSpPr/>
            <p:nvPr userDrawn="1"/>
          </p:nvSpPr>
          <p:spPr>
            <a:xfrm>
              <a:off x="6184543" y="4866463"/>
              <a:ext cx="791510" cy="664398"/>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103" name="矩形 13">
              <a:extLst>
                <a:ext uri="{FF2B5EF4-FFF2-40B4-BE49-F238E27FC236}">
                  <a16:creationId xmlns:a16="http://schemas.microsoft.com/office/drawing/2014/main" id="{B83004D7-279B-C14E-9FCF-870FA1B74FDF}"/>
                </a:ext>
              </a:extLst>
            </p:cNvPr>
            <p:cNvSpPr/>
            <p:nvPr userDrawn="1"/>
          </p:nvSpPr>
          <p:spPr>
            <a:xfrm>
              <a:off x="6182308" y="4134866"/>
              <a:ext cx="791510" cy="664398"/>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104" name="矩形 13">
              <a:extLst>
                <a:ext uri="{FF2B5EF4-FFF2-40B4-BE49-F238E27FC236}">
                  <a16:creationId xmlns:a16="http://schemas.microsoft.com/office/drawing/2014/main" id="{99635968-4E69-CC41-9D78-6DF253FE3035}"/>
                </a:ext>
              </a:extLst>
            </p:cNvPr>
            <p:cNvSpPr/>
            <p:nvPr userDrawn="1"/>
          </p:nvSpPr>
          <p:spPr>
            <a:xfrm>
              <a:off x="6177324" y="5596166"/>
              <a:ext cx="791510" cy="664398"/>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105"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106"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107"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108"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109"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110"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111"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112"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113"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114"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115"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116"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117" name="矩形 13">
              <a:extLst>
                <a:ext uri="{FF2B5EF4-FFF2-40B4-BE49-F238E27FC236}">
                  <a16:creationId xmlns:a16="http://schemas.microsoft.com/office/drawing/2014/main" id="{20725C9F-31AE-DB44-B70A-B4ECDEC0BC00}"/>
                </a:ext>
              </a:extLst>
            </p:cNvPr>
            <p:cNvSpPr/>
            <p:nvPr/>
          </p:nvSpPr>
          <p:spPr>
            <a:xfrm>
              <a:off x="7811114" y="3415851"/>
              <a:ext cx="791510" cy="664398"/>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118" name="矩形 13">
              <a:extLst>
                <a:ext uri="{FF2B5EF4-FFF2-40B4-BE49-F238E27FC236}">
                  <a16:creationId xmlns:a16="http://schemas.microsoft.com/office/drawing/2014/main" id="{AC5BCC27-B68D-0743-8E0B-E25F8D01C3A4}"/>
                </a:ext>
              </a:extLst>
            </p:cNvPr>
            <p:cNvSpPr/>
            <p:nvPr/>
          </p:nvSpPr>
          <p:spPr>
            <a:xfrm>
              <a:off x="7820945" y="4866463"/>
              <a:ext cx="791510" cy="664398"/>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119" name="矩形 13">
              <a:extLst>
                <a:ext uri="{FF2B5EF4-FFF2-40B4-BE49-F238E27FC236}">
                  <a16:creationId xmlns:a16="http://schemas.microsoft.com/office/drawing/2014/main" id="{51C2E83A-C975-6945-B2FD-5B22BBB53DB7}"/>
                </a:ext>
              </a:extLst>
            </p:cNvPr>
            <p:cNvSpPr/>
            <p:nvPr/>
          </p:nvSpPr>
          <p:spPr>
            <a:xfrm>
              <a:off x="7818707" y="4134866"/>
              <a:ext cx="791510" cy="664398"/>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120" name="矩形 13">
              <a:extLst>
                <a:ext uri="{FF2B5EF4-FFF2-40B4-BE49-F238E27FC236}">
                  <a16:creationId xmlns:a16="http://schemas.microsoft.com/office/drawing/2014/main" id="{BEE9A95F-6965-354F-A2C7-2E8C81DDA52F}"/>
                </a:ext>
              </a:extLst>
            </p:cNvPr>
            <p:cNvSpPr/>
            <p:nvPr/>
          </p:nvSpPr>
          <p:spPr>
            <a:xfrm>
              <a:off x="7823691" y="5596166"/>
              <a:ext cx="791510" cy="664398"/>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190/233/238</a:t>
              </a:r>
            </a:p>
          </p:txBody>
        </p:sp>
        <p:sp>
          <p:nvSpPr>
            <p:cNvPr id="121"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122"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123"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0/0/0</a:t>
              </a:r>
            </a:p>
          </p:txBody>
        </p:sp>
        <p:sp>
          <p:nvSpPr>
            <p:cNvPr id="124"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125" name="矩形 13">
              <a:extLst>
                <a:ext uri="{FF2B5EF4-FFF2-40B4-BE49-F238E27FC236}">
                  <a16:creationId xmlns:a16="http://schemas.microsoft.com/office/drawing/2014/main" id="{0B0545C9-147F-584F-80D2-EF13876D7D33}"/>
                </a:ext>
              </a:extLst>
            </p:cNvPr>
            <p:cNvSpPr/>
            <p:nvPr userDrawn="1"/>
          </p:nvSpPr>
          <p:spPr>
            <a:xfrm>
              <a:off x="6445335" y="6324024"/>
              <a:ext cx="513579" cy="664398"/>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126" name="矩形 13">
              <a:extLst>
                <a:ext uri="{FF2B5EF4-FFF2-40B4-BE49-F238E27FC236}">
                  <a16:creationId xmlns:a16="http://schemas.microsoft.com/office/drawing/2014/main" id="{44FD0A0B-0D45-3340-A523-465AC24134BF}"/>
                </a:ext>
              </a:extLst>
            </p:cNvPr>
            <p:cNvSpPr/>
            <p:nvPr userDrawn="1"/>
          </p:nvSpPr>
          <p:spPr>
            <a:xfrm>
              <a:off x="7003279" y="6324024"/>
              <a:ext cx="513579" cy="664398"/>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127" name="矩形 13">
              <a:extLst>
                <a:ext uri="{FF2B5EF4-FFF2-40B4-BE49-F238E27FC236}">
                  <a16:creationId xmlns:a16="http://schemas.microsoft.com/office/drawing/2014/main" id="{2C404A07-276B-3648-BB25-4EDB5905448C}"/>
                </a:ext>
              </a:extLst>
            </p:cNvPr>
            <p:cNvSpPr/>
            <p:nvPr userDrawn="1"/>
          </p:nvSpPr>
          <p:spPr>
            <a:xfrm>
              <a:off x="7551547" y="6324024"/>
              <a:ext cx="513579" cy="664398"/>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128" name="矩形 13">
              <a:extLst>
                <a:ext uri="{FF2B5EF4-FFF2-40B4-BE49-F238E27FC236}">
                  <a16:creationId xmlns:a16="http://schemas.microsoft.com/office/drawing/2014/main" id="{72B0F29C-A346-8946-9B8E-8F1B9DFF7AD0}"/>
                </a:ext>
              </a:extLst>
            </p:cNvPr>
            <p:cNvSpPr/>
            <p:nvPr userDrawn="1"/>
          </p:nvSpPr>
          <p:spPr>
            <a:xfrm>
              <a:off x="8098559" y="6324024"/>
              <a:ext cx="513579" cy="664398"/>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pic>
        <p:nvPicPr>
          <p:cNvPr id="47" name="Picture 46">
            <a:extLst>
              <a:ext uri="{FF2B5EF4-FFF2-40B4-BE49-F238E27FC236}">
                <a16:creationId xmlns:a16="http://schemas.microsoft.com/office/drawing/2014/main" id="{92D9040A-3082-2F49-987E-B51574332EF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96176" y="6323416"/>
            <a:ext cx="1270800" cy="275024"/>
          </a:xfrm>
          <a:prstGeom prst="rect">
            <a:avLst/>
          </a:prstGeom>
        </p:spPr>
      </p:pic>
    </p:spTree>
    <p:extLst>
      <p:ext uri="{BB962C8B-B14F-4D97-AF65-F5344CB8AC3E}">
        <p14:creationId xmlns:p14="http://schemas.microsoft.com/office/powerpoint/2010/main" val="384625212"/>
      </p:ext>
    </p:extLst>
  </p:cSld>
  <p:clrMap bg1="lt1" tx1="dk1" bg2="lt2" tx2="dk2" accent1="accent1" accent2="accent2" accent3="accent3" accent4="accent4" accent5="accent5" accent6="accent6" hlink="hlink" folHlink="folHlink"/>
  <p:hf hdr="0" ftr="0" dt="0"/>
  <p:txStyles>
    <p:title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p:titleStyle>
    <p:body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p:bodyStyle>
    <p:otherStyle>
      <a:defPPr>
        <a:defRPr lang="en-US"/>
      </a:defPPr>
      <a:lvl1pPr marL="0" algn="l" defTabSz="1187798" rtl="0" eaLnBrk="1" latinLnBrk="0" hangingPunct="1">
        <a:defRPr sz="2338" kern="1200">
          <a:solidFill>
            <a:schemeClr val="tx1"/>
          </a:solidFill>
          <a:latin typeface="+mn-lt"/>
          <a:ea typeface="+mn-ea"/>
          <a:cs typeface="+mn-cs"/>
        </a:defRPr>
      </a:lvl1pPr>
      <a:lvl2pPr marL="593900" algn="l" defTabSz="1187798" rtl="0" eaLnBrk="1" latinLnBrk="0" hangingPunct="1">
        <a:defRPr sz="2338" kern="1200">
          <a:solidFill>
            <a:schemeClr val="tx1"/>
          </a:solidFill>
          <a:latin typeface="+mn-lt"/>
          <a:ea typeface="+mn-ea"/>
          <a:cs typeface="+mn-cs"/>
        </a:defRPr>
      </a:lvl2pPr>
      <a:lvl3pPr marL="1187798" algn="l" defTabSz="1187798" rtl="0" eaLnBrk="1" latinLnBrk="0" hangingPunct="1">
        <a:defRPr sz="2338" kern="1200">
          <a:solidFill>
            <a:schemeClr val="tx1"/>
          </a:solidFill>
          <a:latin typeface="+mn-lt"/>
          <a:ea typeface="+mn-ea"/>
          <a:cs typeface="+mn-cs"/>
        </a:defRPr>
      </a:lvl3pPr>
      <a:lvl4pPr marL="1781699" algn="l" defTabSz="1187798" rtl="0" eaLnBrk="1" latinLnBrk="0" hangingPunct="1">
        <a:defRPr sz="2338" kern="1200">
          <a:solidFill>
            <a:schemeClr val="tx1"/>
          </a:solidFill>
          <a:latin typeface="+mn-lt"/>
          <a:ea typeface="+mn-ea"/>
          <a:cs typeface="+mn-cs"/>
        </a:defRPr>
      </a:lvl4pPr>
      <a:lvl5pPr marL="2375598" algn="l" defTabSz="1187798" rtl="0" eaLnBrk="1" latinLnBrk="0" hangingPunct="1">
        <a:defRPr sz="2338" kern="1200">
          <a:solidFill>
            <a:schemeClr val="tx1"/>
          </a:solidFill>
          <a:latin typeface="+mn-lt"/>
          <a:ea typeface="+mn-ea"/>
          <a:cs typeface="+mn-cs"/>
        </a:defRPr>
      </a:lvl5pPr>
      <a:lvl6pPr marL="2969497" algn="l" defTabSz="1187798" rtl="0" eaLnBrk="1" latinLnBrk="0" hangingPunct="1">
        <a:defRPr sz="2338" kern="1200">
          <a:solidFill>
            <a:schemeClr val="tx1"/>
          </a:solidFill>
          <a:latin typeface="+mn-lt"/>
          <a:ea typeface="+mn-ea"/>
          <a:cs typeface="+mn-cs"/>
        </a:defRPr>
      </a:lvl6pPr>
      <a:lvl7pPr marL="3563396" algn="l" defTabSz="1187798" rtl="0" eaLnBrk="1" latinLnBrk="0" hangingPunct="1">
        <a:defRPr sz="2338" kern="1200">
          <a:solidFill>
            <a:schemeClr val="tx1"/>
          </a:solidFill>
          <a:latin typeface="+mn-lt"/>
          <a:ea typeface="+mn-ea"/>
          <a:cs typeface="+mn-cs"/>
        </a:defRPr>
      </a:lvl7pPr>
      <a:lvl8pPr marL="4157297" algn="l" defTabSz="1187798" rtl="0" eaLnBrk="1" latinLnBrk="0" hangingPunct="1">
        <a:defRPr sz="2338" kern="1200">
          <a:solidFill>
            <a:schemeClr val="tx1"/>
          </a:solidFill>
          <a:latin typeface="+mn-lt"/>
          <a:ea typeface="+mn-ea"/>
          <a:cs typeface="+mn-cs"/>
        </a:defRPr>
      </a:lvl8pPr>
      <a:lvl9pPr marL="4751195" algn="l" defTabSz="1187798" rtl="0" eaLnBrk="1" latinLnBrk="0" hangingPunct="1">
        <a:defRPr sz="2338"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9963222"/>
      </p:ext>
    </p:extLst>
  </p:cSld>
  <p:clrMap bg1="lt1" tx1="dk1" bg2="lt2" tx2="dk2" accent1="accent1" accent2="accent2" accent3="accent3" accent4="accent4" accent5="accent5" accent6="accent6" hlink="hlink" folHlink="folHlink"/>
  <p:sldLayoutIdLst>
    <p:sldLayoutId id="2147483907" r:id="rId1"/>
    <p:sldLayoutId id="2147483909" r:id="rId2"/>
    <p:sldLayoutId id="2147483910" r:id="rId3"/>
  </p:sldLayoutIdLst>
  <p:hf hdr="0" ftr="0" dt="0"/>
  <p:txStyles>
    <p:title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p:titleStyle>
    <p:body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p:bodyStyle>
    <p:otherStyle>
      <a:defPPr>
        <a:defRPr lang="en-US"/>
      </a:defPPr>
      <a:lvl1pPr marL="0" algn="l" defTabSz="1187798" rtl="0" eaLnBrk="1" latinLnBrk="0" hangingPunct="1">
        <a:defRPr sz="2338" kern="1200">
          <a:solidFill>
            <a:schemeClr val="tx1"/>
          </a:solidFill>
          <a:latin typeface="+mn-lt"/>
          <a:ea typeface="+mn-ea"/>
          <a:cs typeface="+mn-cs"/>
        </a:defRPr>
      </a:lvl1pPr>
      <a:lvl2pPr marL="593900" algn="l" defTabSz="1187798" rtl="0" eaLnBrk="1" latinLnBrk="0" hangingPunct="1">
        <a:defRPr sz="2338" kern="1200">
          <a:solidFill>
            <a:schemeClr val="tx1"/>
          </a:solidFill>
          <a:latin typeface="+mn-lt"/>
          <a:ea typeface="+mn-ea"/>
          <a:cs typeface="+mn-cs"/>
        </a:defRPr>
      </a:lvl2pPr>
      <a:lvl3pPr marL="1187798" algn="l" defTabSz="1187798" rtl="0" eaLnBrk="1" latinLnBrk="0" hangingPunct="1">
        <a:defRPr sz="2338" kern="1200">
          <a:solidFill>
            <a:schemeClr val="tx1"/>
          </a:solidFill>
          <a:latin typeface="+mn-lt"/>
          <a:ea typeface="+mn-ea"/>
          <a:cs typeface="+mn-cs"/>
        </a:defRPr>
      </a:lvl3pPr>
      <a:lvl4pPr marL="1781699" algn="l" defTabSz="1187798" rtl="0" eaLnBrk="1" latinLnBrk="0" hangingPunct="1">
        <a:defRPr sz="2338" kern="1200">
          <a:solidFill>
            <a:schemeClr val="tx1"/>
          </a:solidFill>
          <a:latin typeface="+mn-lt"/>
          <a:ea typeface="+mn-ea"/>
          <a:cs typeface="+mn-cs"/>
        </a:defRPr>
      </a:lvl4pPr>
      <a:lvl5pPr marL="2375598" algn="l" defTabSz="1187798" rtl="0" eaLnBrk="1" latinLnBrk="0" hangingPunct="1">
        <a:defRPr sz="2338" kern="1200">
          <a:solidFill>
            <a:schemeClr val="tx1"/>
          </a:solidFill>
          <a:latin typeface="+mn-lt"/>
          <a:ea typeface="+mn-ea"/>
          <a:cs typeface="+mn-cs"/>
        </a:defRPr>
      </a:lvl5pPr>
      <a:lvl6pPr marL="2969497" algn="l" defTabSz="1187798" rtl="0" eaLnBrk="1" latinLnBrk="0" hangingPunct="1">
        <a:defRPr sz="2338" kern="1200">
          <a:solidFill>
            <a:schemeClr val="tx1"/>
          </a:solidFill>
          <a:latin typeface="+mn-lt"/>
          <a:ea typeface="+mn-ea"/>
          <a:cs typeface="+mn-cs"/>
        </a:defRPr>
      </a:lvl6pPr>
      <a:lvl7pPr marL="3563396" algn="l" defTabSz="1187798" rtl="0" eaLnBrk="1" latinLnBrk="0" hangingPunct="1">
        <a:defRPr sz="2338" kern="1200">
          <a:solidFill>
            <a:schemeClr val="tx1"/>
          </a:solidFill>
          <a:latin typeface="+mn-lt"/>
          <a:ea typeface="+mn-ea"/>
          <a:cs typeface="+mn-cs"/>
        </a:defRPr>
      </a:lvl7pPr>
      <a:lvl8pPr marL="4157297" algn="l" defTabSz="1187798" rtl="0" eaLnBrk="1" latinLnBrk="0" hangingPunct="1">
        <a:defRPr sz="2338" kern="1200">
          <a:solidFill>
            <a:schemeClr val="tx1"/>
          </a:solidFill>
          <a:latin typeface="+mn-lt"/>
          <a:ea typeface="+mn-ea"/>
          <a:cs typeface="+mn-cs"/>
        </a:defRPr>
      </a:lvl8pPr>
      <a:lvl9pPr marL="4751195" algn="l" defTabSz="1187798" rtl="0" eaLnBrk="1" latinLnBrk="0" hangingPunct="1">
        <a:defRPr sz="2338"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userDrawn="1"/>
        </p:nvSpPr>
        <p:spPr>
          <a:xfrm>
            <a:off x="1095468" y="6356941"/>
            <a:ext cx="1463467" cy="246221"/>
          </a:xfrm>
          <a:prstGeom prst="rect">
            <a:avLst/>
          </a:prstGeom>
          <a:noFill/>
        </p:spPr>
        <p:txBody>
          <a:bodyPr wrap="square" rtlCol="0">
            <a:spAutoFit/>
          </a:bodyPr>
          <a:lstStyle/>
          <a:p>
            <a:r>
              <a:rPr lang="en-US" sz="1000" dirty="0">
                <a:solidFill>
                  <a:srgbClr val="1D1D1B"/>
                </a:solidFill>
                <a:latin typeface="Arial" panose="020B0604020202020204" pitchFamily="34" charset="0"/>
                <a:cs typeface="Arial" panose="020B0604020202020204" pitchFamily="34" charset="0"/>
              </a:rPr>
              <a:t>Huawei Confidential</a:t>
            </a:r>
          </a:p>
        </p:txBody>
      </p:sp>
      <p:sp>
        <p:nvSpPr>
          <p:cNvPr id="4" name="TextBox 3"/>
          <p:cNvSpPr txBox="1"/>
          <p:nvPr userDrawn="1"/>
        </p:nvSpPr>
        <p:spPr>
          <a:xfrm>
            <a:off x="734132" y="6402806"/>
            <a:ext cx="499729" cy="150296"/>
          </a:xfrm>
          <a:prstGeom prst="rect">
            <a:avLst/>
          </a:prstGeom>
          <a:noFill/>
        </p:spPr>
        <p:txBody>
          <a:bodyPr wrap="square" lIns="0" tIns="0" rIns="0" bIns="0" rtlCol="0">
            <a:spAutoFit/>
          </a:bodyPr>
          <a:lstStyle/>
          <a:p>
            <a:pPr defTabSz="890270">
              <a:defRPr/>
            </a:pPr>
            <a:fld id="{C3837181-38C6-AD4F-B8BA-B444770388BB}" type="slidenum">
              <a:rPr lang="en-US" sz="975" smtClean="0">
                <a:solidFill>
                  <a:srgbClr val="1D1D1B"/>
                </a:solidFill>
                <a:latin typeface="Arial" panose="020B0604020202020204" pitchFamily="34" charset="0"/>
                <a:cs typeface="Arial" panose="020B0604020202020204" pitchFamily="34" charset="0"/>
              </a:rPr>
              <a:pPr defTabSz="890270">
                <a:defRPr/>
              </a:pPr>
              <a:t>‹#›</a:t>
            </a:fld>
            <a:endParaRPr lang="en-US" sz="975" dirty="0">
              <a:solidFill>
                <a:srgbClr val="1D1D1B"/>
              </a:solidFill>
              <a:latin typeface="Arial" panose="020B0604020202020204" pitchFamily="34" charset="0"/>
              <a:cs typeface="Arial" panose="020B0604020202020204" pitchFamily="34" charset="0"/>
            </a:endParaRPr>
          </a:p>
        </p:txBody>
      </p:sp>
      <p:grpSp>
        <p:nvGrpSpPr>
          <p:cNvPr id="25" name="组合 24"/>
          <p:cNvGrpSpPr/>
          <p:nvPr userDrawn="1"/>
        </p:nvGrpSpPr>
        <p:grpSpPr>
          <a:xfrm>
            <a:off x="12216278" y="2931937"/>
            <a:ext cx="1982916" cy="3934682"/>
            <a:chOff x="12216278" y="2262477"/>
            <a:chExt cx="1982916" cy="4604143"/>
          </a:xfrm>
        </p:grpSpPr>
        <p:grpSp>
          <p:nvGrpSpPr>
            <p:cNvPr id="26" name="组合 25"/>
            <p:cNvGrpSpPr/>
            <p:nvPr userDrawn="1"/>
          </p:nvGrpSpPr>
          <p:grpSpPr>
            <a:xfrm>
              <a:off x="12315635" y="2262477"/>
              <a:ext cx="1883559" cy="692624"/>
              <a:chOff x="12315635" y="2207613"/>
              <a:chExt cx="1883559" cy="692624"/>
            </a:xfrm>
          </p:grpSpPr>
          <p:sp>
            <p:nvSpPr>
              <p:cNvPr id="44" name="矩形 5"/>
              <p:cNvSpPr/>
              <p:nvPr userDrawn="1"/>
            </p:nvSpPr>
            <p:spPr>
              <a:xfrm>
                <a:off x="12315635" y="2401808"/>
                <a:ext cx="911019" cy="498429"/>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700" b="1" dirty="0">
                    <a:solidFill>
                      <a:srgbClr val="FFFFFF"/>
                    </a:solidFill>
                    <a:latin typeface="Arial" panose="020B0604020202020204" pitchFamily="34" charset="0"/>
                    <a:ea typeface="Arial" panose="020B0604020202020204" pitchFamily="34" charset="0"/>
                    <a:cs typeface="Arial" panose="020B0604020202020204" pitchFamily="34" charset="0"/>
                  </a:rPr>
                  <a:t>P</a:t>
                </a:r>
                <a:r>
                  <a:rPr kumimoji="1" lang="en-US" altLang="en-US" sz="700" b="1" dirty="0">
                    <a:solidFill>
                      <a:srgbClr val="FFFFFF"/>
                    </a:solidFill>
                    <a:latin typeface="Arial" panose="020B0604020202020204" pitchFamily="34" charset="0"/>
                    <a:ea typeface="Arial" panose="020B0604020202020204" pitchFamily="34" charset="0"/>
                    <a:cs typeface="Arial" panose="020B0604020202020204" pitchFamily="34" charset="0"/>
                  </a:rPr>
                  <a:t>ANTONE</a:t>
                </a:r>
                <a:r>
                  <a:rPr kumimoji="1" lang="en-US" altLang="zh-CN" sz="700" b="1" dirty="0">
                    <a:solidFill>
                      <a:srgbClr val="FFFFFF"/>
                    </a:solidFill>
                    <a:latin typeface="Arial" panose="020B0604020202020204" pitchFamily="34" charset="0"/>
                    <a:ea typeface="Arial" panose="020B0604020202020204" pitchFamily="34" charset="0"/>
                    <a:cs typeface="Arial" panose="020B0604020202020204" pitchFamily="34" charset="0"/>
                  </a:rPr>
                  <a:t> 186C</a:t>
                </a:r>
              </a:p>
              <a:p>
                <a:pPr algn="ctr"/>
                <a:r>
                  <a:rPr kumimoji="1" lang="en-US" altLang="zh-CN" sz="700" b="1" dirty="0">
                    <a:solidFill>
                      <a:srgbClr val="FFFFFF"/>
                    </a:solidFill>
                    <a:latin typeface="Arial" panose="020B0604020202020204" pitchFamily="34" charset="0"/>
                    <a:ea typeface="Arial" panose="020B0604020202020204" pitchFamily="34" charset="0"/>
                    <a:cs typeface="Arial" panose="020B0604020202020204" pitchFamily="34" charset="0"/>
                  </a:rPr>
                  <a:t>RGB 200/16/46</a:t>
                </a:r>
              </a:p>
            </p:txBody>
          </p:sp>
          <p:sp>
            <p:nvSpPr>
              <p:cNvPr id="45" name="矩形 9"/>
              <p:cNvSpPr/>
              <p:nvPr userDrawn="1"/>
            </p:nvSpPr>
            <p:spPr>
              <a:xfrm>
                <a:off x="13288175" y="2401808"/>
                <a:ext cx="911019" cy="498429"/>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700" b="1" dirty="0">
                    <a:solidFill>
                      <a:srgbClr val="FFFFFF"/>
                    </a:solidFill>
                    <a:latin typeface="Arial" panose="020B0604020202020204" pitchFamily="34" charset="0"/>
                    <a:ea typeface="Arial" panose="020B0604020202020204" pitchFamily="34" charset="0"/>
                    <a:cs typeface="Arial" panose="020B0604020202020204" pitchFamily="34" charset="0"/>
                  </a:rPr>
                  <a:t>P</a:t>
                </a:r>
                <a:r>
                  <a:rPr kumimoji="1" lang="en-US" altLang="en-US" sz="700" b="1" dirty="0">
                    <a:solidFill>
                      <a:srgbClr val="FFFFFF"/>
                    </a:solidFill>
                    <a:latin typeface="Arial" panose="020B0604020202020204" pitchFamily="34" charset="0"/>
                    <a:ea typeface="Arial" panose="020B0604020202020204" pitchFamily="34" charset="0"/>
                    <a:cs typeface="Arial" panose="020B0604020202020204" pitchFamily="34" charset="0"/>
                  </a:rPr>
                  <a:t>ANTONE</a:t>
                </a:r>
                <a:r>
                  <a:rPr kumimoji="1" lang="en-US" altLang="zh-CN" sz="700" b="1" dirty="0">
                    <a:solidFill>
                      <a:srgbClr val="FFFFFF"/>
                    </a:solidFill>
                    <a:latin typeface="Arial" panose="020B0604020202020204" pitchFamily="34" charset="0"/>
                    <a:ea typeface="Arial" panose="020B0604020202020204" pitchFamily="34" charset="0"/>
                    <a:cs typeface="Arial" panose="020B0604020202020204" pitchFamily="34" charset="0"/>
                  </a:rPr>
                  <a:t> 185C</a:t>
                </a:r>
              </a:p>
              <a:p>
                <a:pPr algn="ctr"/>
                <a:r>
                  <a:rPr kumimoji="1" lang="en-US" altLang="zh-CN" sz="700" b="1" dirty="0">
                    <a:solidFill>
                      <a:srgbClr val="FFFFFF"/>
                    </a:solidFill>
                    <a:latin typeface="Arial" panose="020B0604020202020204" pitchFamily="34" charset="0"/>
                    <a:ea typeface="Arial" panose="020B0604020202020204" pitchFamily="34" charset="0"/>
                    <a:cs typeface="Arial" panose="020B0604020202020204" pitchFamily="34" charset="0"/>
                  </a:rPr>
                  <a:t>RGB 199/0/11</a:t>
                </a:r>
              </a:p>
            </p:txBody>
          </p:sp>
          <p:sp>
            <p:nvSpPr>
              <p:cNvPr id="46" name="文本框 31"/>
              <p:cNvSpPr txBox="1"/>
              <p:nvPr userDrawn="1"/>
            </p:nvSpPr>
            <p:spPr>
              <a:xfrm>
                <a:off x="12326898" y="2207613"/>
                <a:ext cx="384721" cy="180071"/>
              </a:xfrm>
              <a:prstGeom prst="rect">
                <a:avLst/>
              </a:prstGeom>
              <a:noFill/>
            </p:spPr>
            <p:txBody>
              <a:bodyPr wrap="none" lIns="0" tIns="0" rIns="0" bIns="0" rtlCol="0">
                <a:spAutoFit/>
              </a:bodyPr>
              <a:lstStyle/>
              <a:p>
                <a:pPr algn="ctr"/>
                <a:r>
                  <a:rPr kumimoji="1" lang="zh-CN" altLang="en-US" sz="1000" dirty="0">
                    <a:solidFill>
                      <a:srgbClr val="1D1D1A"/>
                    </a:solidFill>
                    <a:latin typeface="微软雅黑" panose="020B0503020204020204" pitchFamily="34" charset="-122"/>
                    <a:ea typeface="微软雅黑" panose="020B0503020204020204" pitchFamily="34" charset="-122"/>
                  </a:rPr>
                  <a:t>品牌色</a:t>
                </a:r>
              </a:p>
            </p:txBody>
          </p:sp>
        </p:grpSp>
        <p:grpSp>
          <p:nvGrpSpPr>
            <p:cNvPr id="27" name="组合 26"/>
            <p:cNvGrpSpPr/>
            <p:nvPr userDrawn="1"/>
          </p:nvGrpSpPr>
          <p:grpSpPr>
            <a:xfrm>
              <a:off x="12216278" y="3054642"/>
              <a:ext cx="1982912" cy="3811978"/>
              <a:chOff x="12216278" y="3054642"/>
              <a:chExt cx="1982912" cy="3811978"/>
            </a:xfrm>
          </p:grpSpPr>
          <p:sp>
            <p:nvSpPr>
              <p:cNvPr id="28" name="矩形 12"/>
              <p:cNvSpPr/>
              <p:nvPr userDrawn="1"/>
            </p:nvSpPr>
            <p:spPr>
              <a:xfrm>
                <a:off x="12315640" y="3785971"/>
                <a:ext cx="885201" cy="462672"/>
              </a:xfrm>
              <a:prstGeom prst="rect">
                <a:avLst/>
              </a:prstGeom>
              <a:solidFill>
                <a:srgbClr val="EA5A4F"/>
              </a:solidFill>
              <a:ln>
                <a:solidFill>
                  <a:srgbClr val="EA5A4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700" b="1" dirty="0">
                    <a:solidFill>
                      <a:srgbClr val="FFFFFF"/>
                    </a:solidFill>
                    <a:latin typeface="Arial" panose="020B0604020202020204" pitchFamily="34" charset="0"/>
                    <a:ea typeface="Arial" panose="020B0604020202020204" pitchFamily="34" charset="0"/>
                    <a:cs typeface="Arial" panose="020B0604020202020204" pitchFamily="34" charset="0"/>
                  </a:rPr>
                  <a:t>RGB 234/90/79</a:t>
                </a:r>
              </a:p>
            </p:txBody>
          </p:sp>
          <p:sp>
            <p:nvSpPr>
              <p:cNvPr id="29" name="矩形 13"/>
              <p:cNvSpPr/>
              <p:nvPr userDrawn="1"/>
            </p:nvSpPr>
            <p:spPr>
              <a:xfrm>
                <a:off x="12315640" y="3259312"/>
                <a:ext cx="885201" cy="462672"/>
              </a:xfrm>
              <a:prstGeom prst="rect">
                <a:avLst/>
              </a:prstGeom>
              <a:solidFill>
                <a:srgbClr val="78000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700" b="1" dirty="0">
                    <a:solidFill>
                      <a:srgbClr val="FFFFFF"/>
                    </a:solidFill>
                    <a:latin typeface="Arial" panose="020B0604020202020204" pitchFamily="34" charset="0"/>
                    <a:ea typeface="Arial" panose="020B0604020202020204" pitchFamily="34" charset="0"/>
                    <a:cs typeface="Arial" panose="020B0604020202020204" pitchFamily="34" charset="0"/>
                  </a:rPr>
                  <a:t>RGB 120/0/15</a:t>
                </a:r>
              </a:p>
            </p:txBody>
          </p:sp>
          <p:sp>
            <p:nvSpPr>
              <p:cNvPr id="30" name="文本框 15"/>
              <p:cNvSpPr txBox="1"/>
              <p:nvPr userDrawn="1"/>
            </p:nvSpPr>
            <p:spPr>
              <a:xfrm>
                <a:off x="12216278" y="3054642"/>
                <a:ext cx="569387" cy="180071"/>
              </a:xfrm>
              <a:prstGeom prst="rect">
                <a:avLst/>
              </a:prstGeom>
              <a:noFill/>
            </p:spPr>
            <p:txBody>
              <a:bodyPr wrap="square" lIns="0" tIns="0" rIns="0" bIns="0" rtlCol="0" anchor="b" anchorCtr="0">
                <a:spAutoFit/>
              </a:bodyPr>
              <a:lstStyle/>
              <a:p>
                <a:pPr algn="ctr"/>
                <a:r>
                  <a:rPr kumimoji="1" lang="zh-CN" altLang="en-US" sz="1000" dirty="0">
                    <a:solidFill>
                      <a:srgbClr val="1D1D1A"/>
                    </a:solidFill>
                    <a:latin typeface="微软雅黑" panose="020B0503020204020204" pitchFamily="34" charset="-122"/>
                    <a:ea typeface="微软雅黑" panose="020B0503020204020204" pitchFamily="34" charset="-122"/>
                  </a:rPr>
                  <a:t>辅助色</a:t>
                </a:r>
              </a:p>
            </p:txBody>
          </p:sp>
          <p:sp>
            <p:nvSpPr>
              <p:cNvPr id="31" name="矩形 16"/>
              <p:cNvSpPr/>
              <p:nvPr userDrawn="1"/>
            </p:nvSpPr>
            <p:spPr>
              <a:xfrm>
                <a:off x="12315640" y="4836793"/>
                <a:ext cx="885201" cy="462672"/>
              </a:xfrm>
              <a:prstGeom prst="rect">
                <a:avLst/>
              </a:prstGeom>
              <a:solidFill>
                <a:srgbClr val="F8B53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700" b="1" dirty="0">
                    <a:solidFill>
                      <a:srgbClr val="FFFFFF"/>
                    </a:solidFill>
                    <a:latin typeface="Arial" panose="020B0604020202020204" pitchFamily="34" charset="0"/>
                    <a:ea typeface="Arial" panose="020B0604020202020204" pitchFamily="34" charset="0"/>
                    <a:cs typeface="Arial" panose="020B0604020202020204" pitchFamily="34" charset="0"/>
                  </a:rPr>
                  <a:t>RGB 248/181/60</a:t>
                </a:r>
              </a:p>
            </p:txBody>
          </p:sp>
          <p:sp>
            <p:nvSpPr>
              <p:cNvPr id="32" name="矩形 17"/>
              <p:cNvSpPr/>
              <p:nvPr userDrawn="1"/>
            </p:nvSpPr>
            <p:spPr>
              <a:xfrm>
                <a:off x="12315640" y="4319278"/>
                <a:ext cx="885201" cy="462672"/>
              </a:xfrm>
              <a:prstGeom prst="rect">
                <a:avLst/>
              </a:prstGeom>
              <a:solidFill>
                <a:srgbClr val="EB5C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700" b="1" dirty="0">
                    <a:solidFill>
                      <a:srgbClr val="FFFFFF"/>
                    </a:solidFill>
                    <a:latin typeface="Arial" panose="020B0604020202020204" pitchFamily="34" charset="0"/>
                    <a:ea typeface="Arial" panose="020B0604020202020204" pitchFamily="34" charset="0"/>
                    <a:cs typeface="Arial" panose="020B0604020202020204" pitchFamily="34" charset="0"/>
                  </a:rPr>
                  <a:t>RGB 235/92/1</a:t>
                </a:r>
              </a:p>
            </p:txBody>
          </p:sp>
          <p:sp>
            <p:nvSpPr>
              <p:cNvPr id="33" name="矩形 18"/>
              <p:cNvSpPr/>
              <p:nvPr userDrawn="1"/>
            </p:nvSpPr>
            <p:spPr>
              <a:xfrm>
                <a:off x="12315636" y="5880294"/>
                <a:ext cx="911019" cy="462672"/>
              </a:xfrm>
              <a:prstGeom prst="rect">
                <a:avLst/>
              </a:prstGeom>
              <a:solidFill>
                <a:srgbClr val="8989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700" b="1" dirty="0">
                    <a:solidFill>
                      <a:srgbClr val="FFFFFF"/>
                    </a:solidFill>
                    <a:latin typeface="Arial" panose="020B0604020202020204" pitchFamily="34" charset="0"/>
                    <a:ea typeface="Arial" panose="020B0604020202020204" pitchFamily="34" charset="0"/>
                    <a:cs typeface="Arial" panose="020B0604020202020204" pitchFamily="34" charset="0"/>
                  </a:rPr>
                  <a:t>RGB 137/137/137</a:t>
                </a:r>
              </a:p>
            </p:txBody>
          </p:sp>
          <p:sp>
            <p:nvSpPr>
              <p:cNvPr id="34" name="矩形 19"/>
              <p:cNvSpPr/>
              <p:nvPr userDrawn="1"/>
            </p:nvSpPr>
            <p:spPr>
              <a:xfrm>
                <a:off x="12315636" y="5362779"/>
                <a:ext cx="911019" cy="462672"/>
              </a:xfrm>
              <a:prstGeom prst="rect">
                <a:avLst/>
              </a:prstGeom>
              <a:solidFill>
                <a:srgbClr val="23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700" b="1" dirty="0">
                    <a:solidFill>
                      <a:srgbClr val="FFFFFF"/>
                    </a:solidFill>
                    <a:latin typeface="Arial" panose="020B0604020202020204" pitchFamily="34" charset="0"/>
                    <a:ea typeface="Arial" panose="020B0604020202020204" pitchFamily="34" charset="0"/>
                    <a:cs typeface="Arial" panose="020B0604020202020204" pitchFamily="34" charset="0"/>
                  </a:rPr>
                  <a:t>RGB 35/24/21</a:t>
                </a:r>
              </a:p>
            </p:txBody>
          </p:sp>
          <p:sp>
            <p:nvSpPr>
              <p:cNvPr id="35" name="矩形 22"/>
              <p:cNvSpPr/>
              <p:nvPr userDrawn="1"/>
            </p:nvSpPr>
            <p:spPr>
              <a:xfrm>
                <a:off x="12315636" y="6403948"/>
                <a:ext cx="911019" cy="462672"/>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700" b="1" dirty="0">
                    <a:solidFill>
                      <a:srgbClr val="666666"/>
                    </a:solidFill>
                    <a:latin typeface="Arial" panose="020B0604020202020204" pitchFamily="34" charset="0"/>
                    <a:ea typeface="Arial" panose="020B0604020202020204" pitchFamily="34" charset="0"/>
                    <a:cs typeface="Arial" panose="020B0604020202020204" pitchFamily="34" charset="0"/>
                  </a:rPr>
                  <a:t>RGB 221/221/221</a:t>
                </a:r>
              </a:p>
            </p:txBody>
          </p:sp>
          <p:sp>
            <p:nvSpPr>
              <p:cNvPr id="36" name="矩形 12"/>
              <p:cNvSpPr/>
              <p:nvPr userDrawn="1"/>
            </p:nvSpPr>
            <p:spPr>
              <a:xfrm>
                <a:off x="13288175" y="3785971"/>
                <a:ext cx="885201" cy="462672"/>
              </a:xfrm>
              <a:prstGeom prst="rect">
                <a:avLst/>
              </a:prstGeom>
              <a:solidFill>
                <a:srgbClr val="E98C8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700" b="1" dirty="0">
                    <a:solidFill>
                      <a:srgbClr val="FFFFFF"/>
                    </a:solidFill>
                    <a:latin typeface="Arial" panose="020B0604020202020204" pitchFamily="34" charset="0"/>
                    <a:ea typeface="Arial" panose="020B0604020202020204" pitchFamily="34" charset="0"/>
                    <a:cs typeface="Arial" panose="020B0604020202020204" pitchFamily="34" charset="0"/>
                  </a:rPr>
                  <a:t>RGB 233/140/128</a:t>
                </a:r>
              </a:p>
            </p:txBody>
          </p:sp>
          <p:sp>
            <p:nvSpPr>
              <p:cNvPr id="37" name="矩形 13"/>
              <p:cNvSpPr/>
              <p:nvPr userDrawn="1"/>
            </p:nvSpPr>
            <p:spPr>
              <a:xfrm>
                <a:off x="13288175" y="3259312"/>
                <a:ext cx="885201" cy="462672"/>
              </a:xfrm>
              <a:prstGeom prst="rect">
                <a:avLst/>
              </a:prstGeom>
              <a:solidFill>
                <a:srgbClr val="A72126"/>
              </a:solidFill>
              <a:ln>
                <a:solidFill>
                  <a:srgbClr val="9F000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700" b="1" dirty="0">
                    <a:solidFill>
                      <a:srgbClr val="FFFFFF"/>
                    </a:solidFill>
                    <a:latin typeface="Arial" panose="020B0604020202020204" pitchFamily="34" charset="0"/>
                    <a:ea typeface="Arial" panose="020B0604020202020204" pitchFamily="34" charset="0"/>
                    <a:cs typeface="Arial" panose="020B0604020202020204" pitchFamily="34" charset="0"/>
                  </a:rPr>
                  <a:t>RGB 159/0/1</a:t>
                </a:r>
              </a:p>
            </p:txBody>
          </p:sp>
          <p:sp>
            <p:nvSpPr>
              <p:cNvPr id="38" name="矩形 16"/>
              <p:cNvSpPr/>
              <p:nvPr userDrawn="1"/>
            </p:nvSpPr>
            <p:spPr>
              <a:xfrm>
                <a:off x="13288175" y="4836793"/>
                <a:ext cx="885201" cy="462672"/>
              </a:xfrm>
              <a:prstGeom prst="rect">
                <a:avLst/>
              </a:prstGeom>
              <a:solidFill>
                <a:srgbClr val="F5DC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700" b="1" dirty="0">
                    <a:solidFill>
                      <a:srgbClr val="666666"/>
                    </a:solidFill>
                    <a:latin typeface="Arial" panose="020B0604020202020204" pitchFamily="34" charset="0"/>
                    <a:ea typeface="Arial" panose="020B0604020202020204" pitchFamily="34" charset="0"/>
                    <a:cs typeface="Arial" panose="020B0604020202020204" pitchFamily="34" charset="0"/>
                  </a:rPr>
                  <a:t>RGB 245/220/87</a:t>
                </a:r>
              </a:p>
            </p:txBody>
          </p:sp>
          <p:sp>
            <p:nvSpPr>
              <p:cNvPr id="39" name="矩形 17"/>
              <p:cNvSpPr/>
              <p:nvPr userDrawn="1"/>
            </p:nvSpPr>
            <p:spPr>
              <a:xfrm>
                <a:off x="13288175" y="4319278"/>
                <a:ext cx="885201" cy="462672"/>
              </a:xfrm>
              <a:prstGeom prst="rect">
                <a:avLst/>
              </a:prstGeom>
              <a:solidFill>
                <a:srgbClr val="F085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700" b="1" dirty="0">
                    <a:solidFill>
                      <a:srgbClr val="FFFFFF"/>
                    </a:solidFill>
                    <a:latin typeface="Arial" panose="020B0604020202020204" pitchFamily="34" charset="0"/>
                    <a:ea typeface="Arial" panose="020B0604020202020204" pitchFamily="34" charset="0"/>
                    <a:cs typeface="Arial" panose="020B0604020202020204" pitchFamily="34" charset="0"/>
                  </a:rPr>
                  <a:t>RGB 240/133/0</a:t>
                </a:r>
              </a:p>
            </p:txBody>
          </p:sp>
          <p:sp>
            <p:nvSpPr>
              <p:cNvPr id="40" name="矩形 18"/>
              <p:cNvSpPr/>
              <p:nvPr userDrawn="1"/>
            </p:nvSpPr>
            <p:spPr>
              <a:xfrm>
                <a:off x="13288171" y="5880294"/>
                <a:ext cx="911019" cy="462672"/>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700" b="1" dirty="0">
                    <a:solidFill>
                      <a:srgbClr val="FFFFFF"/>
                    </a:solidFill>
                    <a:latin typeface="Arial" panose="020B0604020202020204" pitchFamily="34" charset="0"/>
                    <a:ea typeface="Arial" panose="020B0604020202020204" pitchFamily="34" charset="0"/>
                    <a:cs typeface="Arial" panose="020B0604020202020204" pitchFamily="34" charset="0"/>
                  </a:rPr>
                  <a:t>RGB 181/181/181</a:t>
                </a:r>
              </a:p>
            </p:txBody>
          </p:sp>
          <p:sp>
            <p:nvSpPr>
              <p:cNvPr id="42" name="矩形 19"/>
              <p:cNvSpPr/>
              <p:nvPr userDrawn="1"/>
            </p:nvSpPr>
            <p:spPr>
              <a:xfrm>
                <a:off x="13288171" y="5362779"/>
                <a:ext cx="911019" cy="462672"/>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700" b="1" dirty="0">
                    <a:solidFill>
                      <a:srgbClr val="FFFFFF"/>
                    </a:solidFill>
                    <a:latin typeface="Arial" panose="020B0604020202020204" pitchFamily="34" charset="0"/>
                    <a:ea typeface="Arial" panose="020B0604020202020204" pitchFamily="34" charset="0"/>
                    <a:cs typeface="Arial" panose="020B0604020202020204" pitchFamily="34" charset="0"/>
                  </a:rPr>
                  <a:t>RGB 89/87/87</a:t>
                </a:r>
              </a:p>
            </p:txBody>
          </p:sp>
          <p:sp>
            <p:nvSpPr>
              <p:cNvPr id="43" name="矩形 22"/>
              <p:cNvSpPr/>
              <p:nvPr userDrawn="1"/>
            </p:nvSpPr>
            <p:spPr>
              <a:xfrm>
                <a:off x="13288171" y="6403948"/>
                <a:ext cx="911019" cy="462672"/>
              </a:xfrm>
              <a:prstGeom prst="rect">
                <a:avLst/>
              </a:prstGeom>
              <a:solidFill>
                <a:srgbClr val="FFFFFF"/>
              </a:solidFill>
              <a:ln w="6350">
                <a:solidFill>
                  <a:schemeClr val="bg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700" b="1" dirty="0">
                    <a:solidFill>
                      <a:srgbClr val="666666"/>
                    </a:solidFill>
                    <a:latin typeface="Arial" panose="020B0604020202020204" pitchFamily="34" charset="0"/>
                    <a:ea typeface="Arial" panose="020B0604020202020204" pitchFamily="34" charset="0"/>
                    <a:cs typeface="Arial" panose="020B0604020202020204" pitchFamily="34" charset="0"/>
                  </a:rPr>
                  <a:t>RGB 255/255/255</a:t>
                </a:r>
              </a:p>
            </p:txBody>
          </p:sp>
        </p:grpSp>
      </p:grpSp>
      <p:pic>
        <p:nvPicPr>
          <p:cNvPr id="2" name="图片 1"/>
          <p:cNvPicPr>
            <a:picLocks noChangeAspect="1"/>
          </p:cNvPicPr>
          <p:nvPr userDrawn="1"/>
        </p:nvPicPr>
        <p:blipFill>
          <a:blip r:embed="rId22" cstate="print">
            <a:extLst>
              <a:ext uri="{28A0092B-C50C-407E-A947-70E740481C1C}">
                <a14:useLocalDpi xmlns:a14="http://schemas.microsoft.com/office/drawing/2010/main" val="0"/>
              </a:ext>
            </a:extLst>
          </a:blip>
          <a:stretch>
            <a:fillRect/>
          </a:stretch>
        </p:blipFill>
        <p:spPr>
          <a:xfrm>
            <a:off x="10195999" y="6321130"/>
            <a:ext cx="1269075" cy="277546"/>
          </a:xfrm>
          <a:prstGeom prst="rect">
            <a:avLst/>
          </a:prstGeom>
        </p:spPr>
      </p:pic>
    </p:spTree>
    <p:extLst>
      <p:ext uri="{BB962C8B-B14F-4D97-AF65-F5344CB8AC3E}">
        <p14:creationId xmlns:p14="http://schemas.microsoft.com/office/powerpoint/2010/main" val="3446714655"/>
      </p:ext>
    </p:extLst>
  </p:cSld>
  <p:clrMap bg1="lt1" tx1="dk1" bg2="lt2" tx2="dk2" accent1="accent1" accent2="accent2" accent3="accent3" accent4="accent4" accent5="accent5" accent6="accent6" hlink="hlink" folHlink="folHlink"/>
  <p:sldLayoutIdLst>
    <p:sldLayoutId id="2147483912" r:id="rId1"/>
    <p:sldLayoutId id="2147483913" r:id="rId2"/>
    <p:sldLayoutId id="2147483914" r:id="rId3"/>
    <p:sldLayoutId id="2147483915" r:id="rId4"/>
    <p:sldLayoutId id="2147483916" r:id="rId5"/>
    <p:sldLayoutId id="2147483917" r:id="rId6"/>
    <p:sldLayoutId id="2147483918" r:id="rId7"/>
    <p:sldLayoutId id="2147483919" r:id="rId8"/>
    <p:sldLayoutId id="2147483920" r:id="rId9"/>
    <p:sldLayoutId id="2147483921" r:id="rId10"/>
    <p:sldLayoutId id="2147483922" r:id="rId11"/>
    <p:sldLayoutId id="2147483923" r:id="rId12"/>
    <p:sldLayoutId id="2147483925" r:id="rId13"/>
    <p:sldLayoutId id="2147483926" r:id="rId14"/>
    <p:sldLayoutId id="2147483927" r:id="rId15"/>
    <p:sldLayoutId id="2147483928" r:id="rId16"/>
    <p:sldLayoutId id="2147483929" r:id="rId17"/>
    <p:sldLayoutId id="2147483930" r:id="rId18"/>
    <p:sldLayoutId id="2147483931" r:id="rId19"/>
    <p:sldLayoutId id="2147483932" r:id="rId20"/>
  </p:sldLayoutIdLst>
  <p:hf hdr="0" ftr="0" dt="0"/>
  <p:txStyles>
    <p:titleStyle>
      <a:lvl1pPr algn="l" defTabSz="1187450" rtl="0" eaLnBrk="1" latinLnBrk="0" hangingPunct="1">
        <a:lnSpc>
          <a:spcPct val="90000"/>
        </a:lnSpc>
        <a:spcBef>
          <a:spcPct val="0"/>
        </a:spcBef>
        <a:buNone/>
        <a:defRPr sz="5715" kern="1200">
          <a:solidFill>
            <a:schemeClr val="tx1"/>
          </a:solidFill>
          <a:latin typeface="+mj-lt"/>
          <a:ea typeface="+mj-ea"/>
          <a:cs typeface="+mj-cs"/>
        </a:defRPr>
      </a:lvl1pPr>
    </p:titleStyle>
    <p:bodyStyle>
      <a:lvl1pPr marL="296545" indent="-296545" algn="l" defTabSz="1187450" rtl="0" eaLnBrk="1" latinLnBrk="0" hangingPunct="1">
        <a:lnSpc>
          <a:spcPct val="90000"/>
        </a:lnSpc>
        <a:spcBef>
          <a:spcPts val="1300"/>
        </a:spcBef>
        <a:buFont typeface="Arial" panose="020B0604020202020204" pitchFamily="34" charset="0"/>
        <a:buChar char="•"/>
        <a:defRPr sz="3635" kern="1200">
          <a:solidFill>
            <a:schemeClr val="tx1"/>
          </a:solidFill>
          <a:latin typeface="+mn-lt"/>
          <a:ea typeface="+mn-ea"/>
          <a:cs typeface="+mn-cs"/>
        </a:defRPr>
      </a:lvl1pPr>
      <a:lvl2pPr marL="890270" indent="-296545" algn="l" defTabSz="1187450" rtl="0" eaLnBrk="1" latinLnBrk="0" hangingPunct="1">
        <a:lnSpc>
          <a:spcPct val="90000"/>
        </a:lnSpc>
        <a:spcBef>
          <a:spcPts val="650"/>
        </a:spcBef>
        <a:buFont typeface="Arial" panose="020B0604020202020204" pitchFamily="34" charset="0"/>
        <a:buChar char="•"/>
        <a:defRPr sz="3115" kern="1200">
          <a:solidFill>
            <a:schemeClr val="tx1"/>
          </a:solidFill>
          <a:latin typeface="+mn-lt"/>
          <a:ea typeface="+mn-ea"/>
          <a:cs typeface="+mn-cs"/>
        </a:defRPr>
      </a:lvl2pPr>
      <a:lvl3pPr marL="1483995" indent="-296545" algn="l" defTabSz="1187450" rtl="0" eaLnBrk="1" latinLnBrk="0" hangingPunct="1">
        <a:lnSpc>
          <a:spcPct val="90000"/>
        </a:lnSpc>
        <a:spcBef>
          <a:spcPts val="650"/>
        </a:spcBef>
        <a:buFont typeface="Arial" panose="020B0604020202020204" pitchFamily="34" charset="0"/>
        <a:buChar char="•"/>
        <a:defRPr sz="2595" kern="1200">
          <a:solidFill>
            <a:schemeClr val="tx1"/>
          </a:solidFill>
          <a:latin typeface="+mn-lt"/>
          <a:ea typeface="+mn-ea"/>
          <a:cs typeface="+mn-cs"/>
        </a:defRPr>
      </a:lvl3pPr>
      <a:lvl4pPr marL="2077720"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4pPr>
      <a:lvl5pPr marL="2671445"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5pPr>
      <a:lvl6pPr marL="3265170"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6pPr>
      <a:lvl7pPr marL="3858895"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7pPr>
      <a:lvl8pPr marL="4452620"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8pPr>
      <a:lvl9pPr marL="5046345"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9pPr>
    </p:bodyStyle>
    <p:otherStyle>
      <a:defPPr>
        <a:defRPr lang="en-US"/>
      </a:defPPr>
      <a:lvl1pPr marL="0" algn="l" defTabSz="1187450" rtl="0" eaLnBrk="1" latinLnBrk="0" hangingPunct="1">
        <a:defRPr sz="2335" kern="1200">
          <a:solidFill>
            <a:schemeClr val="tx1"/>
          </a:solidFill>
          <a:latin typeface="+mn-lt"/>
          <a:ea typeface="+mn-ea"/>
          <a:cs typeface="+mn-cs"/>
        </a:defRPr>
      </a:lvl1pPr>
      <a:lvl2pPr marL="593725" algn="l" defTabSz="1187450" rtl="0" eaLnBrk="1" latinLnBrk="0" hangingPunct="1">
        <a:defRPr sz="2335" kern="1200">
          <a:solidFill>
            <a:schemeClr val="tx1"/>
          </a:solidFill>
          <a:latin typeface="+mn-lt"/>
          <a:ea typeface="+mn-ea"/>
          <a:cs typeface="+mn-cs"/>
        </a:defRPr>
      </a:lvl2pPr>
      <a:lvl3pPr marL="1187450" algn="l" defTabSz="1187450" rtl="0" eaLnBrk="1" latinLnBrk="0" hangingPunct="1">
        <a:defRPr sz="2335" kern="1200">
          <a:solidFill>
            <a:schemeClr val="tx1"/>
          </a:solidFill>
          <a:latin typeface="+mn-lt"/>
          <a:ea typeface="+mn-ea"/>
          <a:cs typeface="+mn-cs"/>
        </a:defRPr>
      </a:lvl3pPr>
      <a:lvl4pPr marL="1781175" algn="l" defTabSz="1187450" rtl="0" eaLnBrk="1" latinLnBrk="0" hangingPunct="1">
        <a:defRPr sz="2335" kern="1200">
          <a:solidFill>
            <a:schemeClr val="tx1"/>
          </a:solidFill>
          <a:latin typeface="+mn-lt"/>
          <a:ea typeface="+mn-ea"/>
          <a:cs typeface="+mn-cs"/>
        </a:defRPr>
      </a:lvl4pPr>
      <a:lvl5pPr marL="2374900" algn="l" defTabSz="1187450" rtl="0" eaLnBrk="1" latinLnBrk="0" hangingPunct="1">
        <a:defRPr sz="2335" kern="1200">
          <a:solidFill>
            <a:schemeClr val="tx1"/>
          </a:solidFill>
          <a:latin typeface="+mn-lt"/>
          <a:ea typeface="+mn-ea"/>
          <a:cs typeface="+mn-cs"/>
        </a:defRPr>
      </a:lvl5pPr>
      <a:lvl6pPr marL="2968625" algn="l" defTabSz="1187450" rtl="0" eaLnBrk="1" latinLnBrk="0" hangingPunct="1">
        <a:defRPr sz="2335" kern="1200">
          <a:solidFill>
            <a:schemeClr val="tx1"/>
          </a:solidFill>
          <a:latin typeface="+mn-lt"/>
          <a:ea typeface="+mn-ea"/>
          <a:cs typeface="+mn-cs"/>
        </a:defRPr>
      </a:lvl6pPr>
      <a:lvl7pPr marL="3561715" algn="l" defTabSz="1187450" rtl="0" eaLnBrk="1" latinLnBrk="0" hangingPunct="1">
        <a:defRPr sz="2335" kern="1200">
          <a:solidFill>
            <a:schemeClr val="tx1"/>
          </a:solidFill>
          <a:latin typeface="+mn-lt"/>
          <a:ea typeface="+mn-ea"/>
          <a:cs typeface="+mn-cs"/>
        </a:defRPr>
      </a:lvl7pPr>
      <a:lvl8pPr marL="4155440" algn="l" defTabSz="1187450" rtl="0" eaLnBrk="1" latinLnBrk="0" hangingPunct="1">
        <a:defRPr sz="2335" kern="1200">
          <a:solidFill>
            <a:schemeClr val="tx1"/>
          </a:solidFill>
          <a:latin typeface="+mn-lt"/>
          <a:ea typeface="+mn-ea"/>
          <a:cs typeface="+mn-cs"/>
        </a:defRPr>
      </a:lvl8pPr>
      <a:lvl9pPr marL="4749165" algn="l" defTabSz="1187450" rtl="0" eaLnBrk="1" latinLnBrk="0" hangingPunct="1">
        <a:defRPr sz="233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组合 32">
            <a:extLst>
              <a:ext uri="{FF2B5EF4-FFF2-40B4-BE49-F238E27FC236}">
                <a16:creationId xmlns:a16="http://schemas.microsoft.com/office/drawing/2014/main" id="{6540B15E-A394-4DB1-89BA-EDAEE45DE017}"/>
              </a:ext>
            </a:extLst>
          </p:cNvPr>
          <p:cNvGrpSpPr/>
          <p:nvPr/>
        </p:nvGrpSpPr>
        <p:grpSpPr>
          <a:xfrm>
            <a:off x="464457" y="1699403"/>
            <a:ext cx="5492610" cy="4535833"/>
            <a:chOff x="257822" y="1430283"/>
            <a:chExt cx="7162236" cy="3129798"/>
          </a:xfrm>
          <a:solidFill>
            <a:srgbClr val="FFFFFF"/>
          </a:solidFill>
        </p:grpSpPr>
        <p:sp>
          <p:nvSpPr>
            <p:cNvPr id="34" name="矩形 33">
              <a:extLst>
                <a:ext uri="{FF2B5EF4-FFF2-40B4-BE49-F238E27FC236}">
                  <a16:creationId xmlns:a16="http://schemas.microsoft.com/office/drawing/2014/main" id="{F2978A2A-EC5E-469C-AEA4-96FBDE831936}"/>
                </a:ext>
              </a:extLst>
            </p:cNvPr>
            <p:cNvSpPr/>
            <p:nvPr/>
          </p:nvSpPr>
          <p:spPr>
            <a:xfrm>
              <a:off x="275739" y="1431866"/>
              <a:ext cx="7139667" cy="3125236"/>
            </a:xfrm>
            <a:prstGeom prst="rect">
              <a:avLst/>
            </a:prstGeom>
            <a:grpFill/>
            <a:ln w="22225" cap="flat" cmpd="sng" algn="ctr">
              <a:solidFill>
                <a:srgbClr val="DDDDDD"/>
              </a:solidFill>
              <a:prstDash val="solid"/>
              <a:miter lim="800000"/>
            </a:ln>
            <a:effectLst/>
          </p:spPr>
          <p:txBody>
            <a:bodyPr rot="0" spcFirstLastPara="0" vertOverflow="overflow" horzOverflow="overflow" vert="horz" wrap="square" lIns="91368" tIns="45684" rIns="91368" bIns="45684" numCol="1" spcCol="0" rtlCol="0" fromWordArt="0" anchor="ctr" anchorCtr="0" forceAA="0" compatLnSpc="1">
              <a:noAutofit/>
            </a:bodyPr>
            <a:lstStyle/>
            <a:p>
              <a:pPr algn="ctr" defTabSz="913130">
                <a:defRPr/>
              </a:pPr>
              <a:endParaRPr lang="en-US" altLang="zh-CN" sz="1600" kern="0" dirty="0">
                <a:solidFill>
                  <a:srgbClr val="666666"/>
                </a:solidFill>
                <a:latin typeface="微软雅黑" panose="020B0503020204020204" pitchFamily="34" charset="-122"/>
                <a:ea typeface="微软雅黑" panose="020B0503020204020204" pitchFamily="34" charset="-122"/>
              </a:endParaRPr>
            </a:p>
          </p:txBody>
        </p:sp>
        <p:cxnSp>
          <p:nvCxnSpPr>
            <p:cNvPr id="35" name="直接连接符 34">
              <a:extLst>
                <a:ext uri="{FF2B5EF4-FFF2-40B4-BE49-F238E27FC236}">
                  <a16:creationId xmlns:a16="http://schemas.microsoft.com/office/drawing/2014/main" id="{C28C251F-879E-4401-BAA1-43BC22E73004}"/>
                </a:ext>
              </a:extLst>
            </p:cNvPr>
            <p:cNvCxnSpPr/>
            <p:nvPr/>
          </p:nvCxnSpPr>
          <p:spPr>
            <a:xfrm>
              <a:off x="275739" y="1431866"/>
              <a:ext cx="292459" cy="0"/>
            </a:xfrm>
            <a:prstGeom prst="line">
              <a:avLst/>
            </a:prstGeom>
            <a:grpFill/>
            <a:ln w="22225" cap="flat" cmpd="sng" algn="ctr">
              <a:solidFill>
                <a:srgbClr val="C00000"/>
              </a:solidFill>
              <a:prstDash val="solid"/>
              <a:miter lim="800000"/>
            </a:ln>
            <a:effectLst/>
          </p:spPr>
        </p:cxnSp>
        <p:cxnSp>
          <p:nvCxnSpPr>
            <p:cNvPr id="36" name="直接连接符 35">
              <a:extLst>
                <a:ext uri="{FF2B5EF4-FFF2-40B4-BE49-F238E27FC236}">
                  <a16:creationId xmlns:a16="http://schemas.microsoft.com/office/drawing/2014/main" id="{084E1E73-ED6A-41A9-8A41-02B45E166893}"/>
                </a:ext>
              </a:extLst>
            </p:cNvPr>
            <p:cNvCxnSpPr/>
            <p:nvPr/>
          </p:nvCxnSpPr>
          <p:spPr>
            <a:xfrm>
              <a:off x="257822" y="4560081"/>
              <a:ext cx="292459" cy="0"/>
            </a:xfrm>
            <a:prstGeom prst="line">
              <a:avLst/>
            </a:prstGeom>
            <a:grpFill/>
            <a:ln w="22225" cap="flat" cmpd="sng" algn="ctr">
              <a:solidFill>
                <a:srgbClr val="C00000"/>
              </a:solidFill>
              <a:prstDash val="solid"/>
              <a:miter lim="800000"/>
            </a:ln>
            <a:effectLst/>
          </p:spPr>
        </p:cxnSp>
        <p:cxnSp>
          <p:nvCxnSpPr>
            <p:cNvPr id="37" name="直接连接符 36">
              <a:extLst>
                <a:ext uri="{FF2B5EF4-FFF2-40B4-BE49-F238E27FC236}">
                  <a16:creationId xmlns:a16="http://schemas.microsoft.com/office/drawing/2014/main" id="{E1FF00CA-585F-4E49-9C40-CF31A9875D5B}"/>
                </a:ext>
              </a:extLst>
            </p:cNvPr>
            <p:cNvCxnSpPr/>
            <p:nvPr/>
          </p:nvCxnSpPr>
          <p:spPr>
            <a:xfrm>
              <a:off x="7122947" y="1431866"/>
              <a:ext cx="292459" cy="0"/>
            </a:xfrm>
            <a:prstGeom prst="line">
              <a:avLst/>
            </a:prstGeom>
            <a:grpFill/>
            <a:ln w="22225" cap="flat" cmpd="sng" algn="ctr">
              <a:solidFill>
                <a:srgbClr val="C00000"/>
              </a:solidFill>
              <a:prstDash val="solid"/>
              <a:miter lim="800000"/>
            </a:ln>
            <a:effectLst/>
          </p:spPr>
        </p:cxnSp>
        <p:cxnSp>
          <p:nvCxnSpPr>
            <p:cNvPr id="38" name="直接连接符 37">
              <a:extLst>
                <a:ext uri="{FF2B5EF4-FFF2-40B4-BE49-F238E27FC236}">
                  <a16:creationId xmlns:a16="http://schemas.microsoft.com/office/drawing/2014/main" id="{B5F22EDC-D401-4EE2-86D5-179F6021852C}"/>
                </a:ext>
              </a:extLst>
            </p:cNvPr>
            <p:cNvCxnSpPr/>
            <p:nvPr/>
          </p:nvCxnSpPr>
          <p:spPr>
            <a:xfrm flipH="1">
              <a:off x="7413633" y="1430283"/>
              <a:ext cx="1" cy="481262"/>
            </a:xfrm>
            <a:prstGeom prst="line">
              <a:avLst/>
            </a:prstGeom>
            <a:grpFill/>
            <a:ln w="22225" cap="flat" cmpd="sng" algn="ctr">
              <a:solidFill>
                <a:srgbClr val="C00000"/>
              </a:solidFill>
              <a:prstDash val="solid"/>
              <a:miter lim="800000"/>
            </a:ln>
            <a:effectLst/>
          </p:spPr>
        </p:cxnSp>
        <p:cxnSp>
          <p:nvCxnSpPr>
            <p:cNvPr id="39" name="直接连接符 38">
              <a:extLst>
                <a:ext uri="{FF2B5EF4-FFF2-40B4-BE49-F238E27FC236}">
                  <a16:creationId xmlns:a16="http://schemas.microsoft.com/office/drawing/2014/main" id="{856244C1-7A2A-4BC3-A8C4-580C275ADA74}"/>
                </a:ext>
              </a:extLst>
            </p:cNvPr>
            <p:cNvCxnSpPr/>
            <p:nvPr/>
          </p:nvCxnSpPr>
          <p:spPr>
            <a:xfrm flipH="1">
              <a:off x="275739" y="1430284"/>
              <a:ext cx="1001" cy="481262"/>
            </a:xfrm>
            <a:prstGeom prst="line">
              <a:avLst/>
            </a:prstGeom>
            <a:grpFill/>
            <a:ln w="22225" cap="flat" cmpd="sng" algn="ctr">
              <a:solidFill>
                <a:srgbClr val="C00000"/>
              </a:solidFill>
              <a:prstDash val="solid"/>
              <a:miter lim="800000"/>
            </a:ln>
            <a:effectLst/>
          </p:spPr>
        </p:cxnSp>
        <p:cxnSp>
          <p:nvCxnSpPr>
            <p:cNvPr id="40" name="直接连接符 39">
              <a:extLst>
                <a:ext uri="{FF2B5EF4-FFF2-40B4-BE49-F238E27FC236}">
                  <a16:creationId xmlns:a16="http://schemas.microsoft.com/office/drawing/2014/main" id="{FC0B9F7F-5C83-4D76-A6C7-86CC1C70258C}"/>
                </a:ext>
              </a:extLst>
            </p:cNvPr>
            <p:cNvCxnSpPr/>
            <p:nvPr/>
          </p:nvCxnSpPr>
          <p:spPr>
            <a:xfrm flipH="1">
              <a:off x="269805" y="4074975"/>
              <a:ext cx="3" cy="481262"/>
            </a:xfrm>
            <a:prstGeom prst="line">
              <a:avLst/>
            </a:prstGeom>
            <a:grpFill/>
            <a:ln w="22225" cap="flat" cmpd="sng" algn="ctr">
              <a:solidFill>
                <a:srgbClr val="C00000"/>
              </a:solidFill>
              <a:prstDash val="solid"/>
              <a:miter lim="800000"/>
            </a:ln>
            <a:effectLst/>
          </p:spPr>
        </p:cxnSp>
        <p:cxnSp>
          <p:nvCxnSpPr>
            <p:cNvPr id="41" name="直接连接符 40">
              <a:extLst>
                <a:ext uri="{FF2B5EF4-FFF2-40B4-BE49-F238E27FC236}">
                  <a16:creationId xmlns:a16="http://schemas.microsoft.com/office/drawing/2014/main" id="{156F1CD1-FD84-47F4-8004-4A7AB9E7EACC}"/>
                </a:ext>
              </a:extLst>
            </p:cNvPr>
            <p:cNvCxnSpPr/>
            <p:nvPr/>
          </p:nvCxnSpPr>
          <p:spPr>
            <a:xfrm flipH="1">
              <a:off x="7420055" y="4075840"/>
              <a:ext cx="3" cy="481262"/>
            </a:xfrm>
            <a:prstGeom prst="line">
              <a:avLst/>
            </a:prstGeom>
            <a:grpFill/>
            <a:ln w="22225" cap="flat" cmpd="sng" algn="ctr">
              <a:solidFill>
                <a:srgbClr val="C00000"/>
              </a:solidFill>
              <a:prstDash val="solid"/>
              <a:miter lim="800000"/>
            </a:ln>
            <a:effectLst/>
          </p:spPr>
        </p:cxnSp>
        <p:cxnSp>
          <p:nvCxnSpPr>
            <p:cNvPr id="42" name="直接连接符 41">
              <a:extLst>
                <a:ext uri="{FF2B5EF4-FFF2-40B4-BE49-F238E27FC236}">
                  <a16:creationId xmlns:a16="http://schemas.microsoft.com/office/drawing/2014/main" id="{1118BA7E-B309-4C0E-87A9-86F9477F1C6A}"/>
                </a:ext>
              </a:extLst>
            </p:cNvPr>
            <p:cNvCxnSpPr/>
            <p:nvPr/>
          </p:nvCxnSpPr>
          <p:spPr>
            <a:xfrm>
              <a:off x="7127600" y="4556237"/>
              <a:ext cx="292458" cy="0"/>
            </a:xfrm>
            <a:prstGeom prst="line">
              <a:avLst/>
            </a:prstGeom>
            <a:grpFill/>
            <a:ln w="22225" cap="flat" cmpd="sng" algn="ctr">
              <a:solidFill>
                <a:srgbClr val="C00000"/>
              </a:solidFill>
              <a:prstDash val="solid"/>
              <a:miter lim="800000"/>
            </a:ln>
            <a:effectLst/>
          </p:spPr>
        </p:cxnSp>
      </p:grpSp>
      <p:grpSp>
        <p:nvGrpSpPr>
          <p:cNvPr id="43" name="组合 42">
            <a:extLst>
              <a:ext uri="{FF2B5EF4-FFF2-40B4-BE49-F238E27FC236}">
                <a16:creationId xmlns:a16="http://schemas.microsoft.com/office/drawing/2014/main" id="{62497424-5C9A-4FB9-B983-36C0D339A594}"/>
              </a:ext>
            </a:extLst>
          </p:cNvPr>
          <p:cNvGrpSpPr/>
          <p:nvPr/>
        </p:nvGrpSpPr>
        <p:grpSpPr>
          <a:xfrm>
            <a:off x="6150133" y="1695085"/>
            <a:ext cx="5568422" cy="4535834"/>
            <a:chOff x="246405" y="1443144"/>
            <a:chExt cx="7146308" cy="3105158"/>
          </a:xfrm>
          <a:solidFill>
            <a:srgbClr val="FFFFFF"/>
          </a:solidFill>
        </p:grpSpPr>
        <p:sp>
          <p:nvSpPr>
            <p:cNvPr id="44" name="矩形 43">
              <a:extLst>
                <a:ext uri="{FF2B5EF4-FFF2-40B4-BE49-F238E27FC236}">
                  <a16:creationId xmlns:a16="http://schemas.microsoft.com/office/drawing/2014/main" id="{E56FCCD3-FD30-47CF-998F-8E4F4F68895F}"/>
                </a:ext>
              </a:extLst>
            </p:cNvPr>
            <p:cNvSpPr/>
            <p:nvPr/>
          </p:nvSpPr>
          <p:spPr>
            <a:xfrm>
              <a:off x="246405" y="1445622"/>
              <a:ext cx="7139669" cy="3102679"/>
            </a:xfrm>
            <a:prstGeom prst="rect">
              <a:avLst/>
            </a:prstGeom>
            <a:grpFill/>
            <a:ln w="22225" cap="flat" cmpd="sng" algn="ctr">
              <a:solidFill>
                <a:srgbClr val="DDDDDD"/>
              </a:solidFill>
              <a:prstDash val="solid"/>
              <a:miter lim="800000"/>
            </a:ln>
            <a:effectLst/>
          </p:spPr>
          <p:txBody>
            <a:bodyPr rot="0" spcFirstLastPara="0" vertOverflow="overflow" horzOverflow="overflow" vert="horz" wrap="square" lIns="91368" tIns="45684" rIns="91368" bIns="45684" numCol="1" spcCol="0" rtlCol="0" fromWordArt="0" anchor="ctr" anchorCtr="0" forceAA="0" compatLnSpc="1">
              <a:noAutofit/>
            </a:bodyPr>
            <a:lstStyle/>
            <a:p>
              <a:pPr algn="ctr" defTabSz="913130">
                <a:defRPr/>
              </a:pPr>
              <a:endParaRPr lang="en-US" altLang="zh-CN" sz="1600" kern="0" dirty="0">
                <a:solidFill>
                  <a:srgbClr val="666666"/>
                </a:solidFill>
                <a:latin typeface="微软雅黑" panose="020B0503020204020204" pitchFamily="34" charset="-122"/>
                <a:ea typeface="微软雅黑" panose="020B0503020204020204" pitchFamily="34" charset="-122"/>
              </a:endParaRPr>
            </a:p>
          </p:txBody>
        </p:sp>
        <p:cxnSp>
          <p:nvCxnSpPr>
            <p:cNvPr id="45" name="直接连接符 44">
              <a:extLst>
                <a:ext uri="{FF2B5EF4-FFF2-40B4-BE49-F238E27FC236}">
                  <a16:creationId xmlns:a16="http://schemas.microsoft.com/office/drawing/2014/main" id="{B8E7B21E-50DE-439A-8783-3D663B2B27C5}"/>
                </a:ext>
              </a:extLst>
            </p:cNvPr>
            <p:cNvCxnSpPr/>
            <p:nvPr/>
          </p:nvCxnSpPr>
          <p:spPr>
            <a:xfrm>
              <a:off x="246405" y="1445622"/>
              <a:ext cx="292458" cy="0"/>
            </a:xfrm>
            <a:prstGeom prst="line">
              <a:avLst/>
            </a:prstGeom>
            <a:grpFill/>
            <a:ln w="22225" cap="flat" cmpd="sng" algn="ctr">
              <a:solidFill>
                <a:srgbClr val="C00000"/>
              </a:solidFill>
              <a:prstDash val="solid"/>
              <a:miter lim="800000"/>
            </a:ln>
            <a:effectLst/>
          </p:spPr>
        </p:cxnSp>
        <p:cxnSp>
          <p:nvCxnSpPr>
            <p:cNvPr id="46" name="直接连接符 45">
              <a:extLst>
                <a:ext uri="{FF2B5EF4-FFF2-40B4-BE49-F238E27FC236}">
                  <a16:creationId xmlns:a16="http://schemas.microsoft.com/office/drawing/2014/main" id="{8923BEA7-A0CB-474B-89FF-6FF778C63A9E}"/>
                </a:ext>
              </a:extLst>
            </p:cNvPr>
            <p:cNvCxnSpPr/>
            <p:nvPr/>
          </p:nvCxnSpPr>
          <p:spPr>
            <a:xfrm>
              <a:off x="246405" y="4543346"/>
              <a:ext cx="292458" cy="0"/>
            </a:xfrm>
            <a:prstGeom prst="line">
              <a:avLst/>
            </a:prstGeom>
            <a:grpFill/>
            <a:ln w="22225" cap="flat" cmpd="sng" algn="ctr">
              <a:solidFill>
                <a:srgbClr val="C00000"/>
              </a:solidFill>
              <a:prstDash val="solid"/>
              <a:miter lim="800000"/>
            </a:ln>
            <a:effectLst/>
          </p:spPr>
        </p:cxnSp>
        <p:cxnSp>
          <p:nvCxnSpPr>
            <p:cNvPr id="47" name="直接连接符 46">
              <a:extLst>
                <a:ext uri="{FF2B5EF4-FFF2-40B4-BE49-F238E27FC236}">
                  <a16:creationId xmlns:a16="http://schemas.microsoft.com/office/drawing/2014/main" id="{F21C7DA5-82D3-4E74-8E4E-66AEA0B799C8}"/>
                </a:ext>
              </a:extLst>
            </p:cNvPr>
            <p:cNvCxnSpPr/>
            <p:nvPr/>
          </p:nvCxnSpPr>
          <p:spPr>
            <a:xfrm>
              <a:off x="7100255" y="1445622"/>
              <a:ext cx="292458" cy="0"/>
            </a:xfrm>
            <a:prstGeom prst="line">
              <a:avLst/>
            </a:prstGeom>
            <a:grpFill/>
            <a:ln w="22225" cap="flat" cmpd="sng" algn="ctr">
              <a:solidFill>
                <a:srgbClr val="C00000"/>
              </a:solidFill>
              <a:prstDash val="solid"/>
              <a:miter lim="800000"/>
            </a:ln>
            <a:effectLst/>
          </p:spPr>
        </p:cxnSp>
        <p:cxnSp>
          <p:nvCxnSpPr>
            <p:cNvPr id="48" name="直接连接符 47">
              <a:extLst>
                <a:ext uri="{FF2B5EF4-FFF2-40B4-BE49-F238E27FC236}">
                  <a16:creationId xmlns:a16="http://schemas.microsoft.com/office/drawing/2014/main" id="{64601D09-980D-47C1-A538-EEAA41BEB717}"/>
                </a:ext>
              </a:extLst>
            </p:cNvPr>
            <p:cNvCxnSpPr/>
            <p:nvPr/>
          </p:nvCxnSpPr>
          <p:spPr>
            <a:xfrm flipH="1">
              <a:off x="7385471" y="1443144"/>
              <a:ext cx="1" cy="481262"/>
            </a:xfrm>
            <a:prstGeom prst="line">
              <a:avLst/>
            </a:prstGeom>
            <a:grpFill/>
            <a:ln w="22225" cap="flat" cmpd="sng" algn="ctr">
              <a:solidFill>
                <a:srgbClr val="C00000"/>
              </a:solidFill>
              <a:prstDash val="solid"/>
              <a:miter lim="800000"/>
            </a:ln>
            <a:effectLst/>
          </p:spPr>
        </p:cxnSp>
        <p:cxnSp>
          <p:nvCxnSpPr>
            <p:cNvPr id="49" name="直接连接符 48">
              <a:extLst>
                <a:ext uri="{FF2B5EF4-FFF2-40B4-BE49-F238E27FC236}">
                  <a16:creationId xmlns:a16="http://schemas.microsoft.com/office/drawing/2014/main" id="{BBFC4B78-76E2-40E9-AAAB-489C82DBD30A}"/>
                </a:ext>
              </a:extLst>
            </p:cNvPr>
            <p:cNvCxnSpPr/>
            <p:nvPr/>
          </p:nvCxnSpPr>
          <p:spPr>
            <a:xfrm flipH="1">
              <a:off x="247814" y="1443144"/>
              <a:ext cx="1002" cy="481262"/>
            </a:xfrm>
            <a:prstGeom prst="line">
              <a:avLst/>
            </a:prstGeom>
            <a:grpFill/>
            <a:ln w="22225" cap="flat" cmpd="sng" algn="ctr">
              <a:solidFill>
                <a:srgbClr val="C00000"/>
              </a:solidFill>
              <a:prstDash val="solid"/>
              <a:miter lim="800000"/>
            </a:ln>
            <a:effectLst/>
          </p:spPr>
        </p:cxnSp>
        <p:cxnSp>
          <p:nvCxnSpPr>
            <p:cNvPr id="50" name="直接连接符 49">
              <a:extLst>
                <a:ext uri="{FF2B5EF4-FFF2-40B4-BE49-F238E27FC236}">
                  <a16:creationId xmlns:a16="http://schemas.microsoft.com/office/drawing/2014/main" id="{9AAA9BFD-01AA-4619-875A-6AF7946AE32E}"/>
                </a:ext>
              </a:extLst>
            </p:cNvPr>
            <p:cNvCxnSpPr/>
            <p:nvPr/>
          </p:nvCxnSpPr>
          <p:spPr>
            <a:xfrm flipH="1">
              <a:off x="248815" y="4059515"/>
              <a:ext cx="2" cy="481262"/>
            </a:xfrm>
            <a:prstGeom prst="line">
              <a:avLst/>
            </a:prstGeom>
            <a:grpFill/>
            <a:ln w="22225" cap="flat" cmpd="sng" algn="ctr">
              <a:solidFill>
                <a:srgbClr val="C00000"/>
              </a:solidFill>
              <a:prstDash val="solid"/>
              <a:miter lim="800000"/>
            </a:ln>
            <a:effectLst/>
          </p:spPr>
        </p:cxnSp>
        <p:cxnSp>
          <p:nvCxnSpPr>
            <p:cNvPr id="51" name="直接连接符 50">
              <a:extLst>
                <a:ext uri="{FF2B5EF4-FFF2-40B4-BE49-F238E27FC236}">
                  <a16:creationId xmlns:a16="http://schemas.microsoft.com/office/drawing/2014/main" id="{89106E80-5DBC-4AFC-9D77-B7E0A8E40829}"/>
                </a:ext>
              </a:extLst>
            </p:cNvPr>
            <p:cNvCxnSpPr/>
            <p:nvPr/>
          </p:nvCxnSpPr>
          <p:spPr>
            <a:xfrm flipH="1">
              <a:off x="7385131" y="4067040"/>
              <a:ext cx="2" cy="481262"/>
            </a:xfrm>
            <a:prstGeom prst="line">
              <a:avLst/>
            </a:prstGeom>
            <a:grpFill/>
            <a:ln w="22225" cap="flat" cmpd="sng" algn="ctr">
              <a:solidFill>
                <a:srgbClr val="C00000"/>
              </a:solidFill>
              <a:prstDash val="solid"/>
              <a:miter lim="800000"/>
            </a:ln>
            <a:effectLst/>
          </p:spPr>
        </p:cxnSp>
        <p:cxnSp>
          <p:nvCxnSpPr>
            <p:cNvPr id="52" name="直接连接符 51">
              <a:extLst>
                <a:ext uri="{FF2B5EF4-FFF2-40B4-BE49-F238E27FC236}">
                  <a16:creationId xmlns:a16="http://schemas.microsoft.com/office/drawing/2014/main" id="{3D369EA9-B5F3-4A4B-A102-98E9A3692903}"/>
                </a:ext>
              </a:extLst>
            </p:cNvPr>
            <p:cNvCxnSpPr/>
            <p:nvPr/>
          </p:nvCxnSpPr>
          <p:spPr>
            <a:xfrm>
              <a:off x="7098769" y="4548302"/>
              <a:ext cx="292458" cy="0"/>
            </a:xfrm>
            <a:prstGeom prst="line">
              <a:avLst/>
            </a:prstGeom>
            <a:grpFill/>
            <a:ln w="22225" cap="flat" cmpd="sng" algn="ctr">
              <a:solidFill>
                <a:srgbClr val="C00000"/>
              </a:solidFill>
              <a:prstDash val="solid"/>
              <a:miter lim="800000"/>
            </a:ln>
            <a:effectLst/>
          </p:spPr>
        </p:cxnSp>
      </p:grpSp>
      <p:sp>
        <p:nvSpPr>
          <p:cNvPr id="131" name="文本框 130">
            <a:extLst>
              <a:ext uri="{FF2B5EF4-FFF2-40B4-BE49-F238E27FC236}">
                <a16:creationId xmlns:a16="http://schemas.microsoft.com/office/drawing/2014/main" id="{3DCE3267-5B59-41BE-9E51-0E8A4E09D98E}"/>
              </a:ext>
            </a:extLst>
          </p:cNvPr>
          <p:cNvSpPr txBox="1"/>
          <p:nvPr/>
        </p:nvSpPr>
        <p:spPr>
          <a:xfrm>
            <a:off x="93010" y="15839"/>
            <a:ext cx="12100682" cy="307777"/>
          </a:xfrm>
          <a:prstGeom prst="rect">
            <a:avLst/>
          </a:prstGeom>
          <a:noFill/>
        </p:spPr>
        <p:txBody>
          <a:bodyPr wrap="square" lIns="0" tIns="0" rIns="0" bIns="0" rtlCol="0">
            <a:spAutoFit/>
          </a:bodyPr>
          <a:lstStyle/>
          <a:p>
            <a:r>
              <a:rPr kumimoji="1" lang="zh-CN" altLang="en-US" sz="2000" b="1" dirty="0">
                <a:solidFill>
                  <a:srgbClr val="C00000"/>
                </a:solidFill>
                <a:latin typeface="微软雅黑" panose="020B0503020204020204" pitchFamily="34" charset="-122"/>
                <a:ea typeface="微软雅黑" panose="020B0503020204020204" pitchFamily="34" charset="-122"/>
              </a:rPr>
              <a:t>昇腾推理</a:t>
            </a:r>
            <a:r>
              <a:rPr kumimoji="1" lang="en-US" altLang="zh-CN" sz="2000" b="1" dirty="0">
                <a:solidFill>
                  <a:srgbClr val="C00000"/>
                </a:solidFill>
                <a:latin typeface="微软雅黑" panose="020B0503020204020204" pitchFamily="34" charset="-122"/>
                <a:ea typeface="微软雅黑" panose="020B0503020204020204" pitchFamily="34" charset="-122"/>
              </a:rPr>
              <a:t>AI</a:t>
            </a:r>
            <a:r>
              <a:rPr kumimoji="1" lang="zh-CN" altLang="en-US" sz="2000" b="1" dirty="0">
                <a:solidFill>
                  <a:srgbClr val="C00000"/>
                </a:solidFill>
                <a:latin typeface="微软雅黑" panose="020B0503020204020204" pitchFamily="34" charset="-122"/>
                <a:ea typeface="微软雅黑" panose="020B0503020204020204" pitchFamily="34" charset="-122"/>
              </a:rPr>
              <a:t>辅助研发：模型适配部分需求方案设计及编码场景已有初步探索，</a:t>
            </a:r>
            <a:r>
              <a:rPr kumimoji="1" lang="en-US" altLang="zh-CN" sz="2000" b="1" dirty="0">
                <a:solidFill>
                  <a:srgbClr val="C00000"/>
                </a:solidFill>
                <a:latin typeface="微软雅黑" panose="020B0503020204020204" pitchFamily="34" charset="-122"/>
                <a:ea typeface="微软雅黑" panose="020B0503020204020204" pitchFamily="34" charset="-122"/>
              </a:rPr>
              <a:t>H2</a:t>
            </a:r>
            <a:r>
              <a:rPr kumimoji="1" lang="zh-CN" altLang="en-US" sz="2000" b="1" dirty="0">
                <a:solidFill>
                  <a:srgbClr val="C00000"/>
                </a:solidFill>
                <a:latin typeface="微软雅黑" panose="020B0503020204020204" pitchFamily="34" charset="-122"/>
                <a:ea typeface="微软雅黑" panose="020B0503020204020204" pitchFamily="34" charset="-122"/>
              </a:rPr>
              <a:t>需要进一步加大实践覆盖面</a:t>
            </a:r>
            <a:endParaRPr kumimoji="1" lang="en-US" altLang="zh-CN" sz="2400" b="1" dirty="0">
              <a:solidFill>
                <a:srgbClr val="C00000"/>
              </a:solidFill>
              <a:latin typeface="微软雅黑" panose="020B0503020204020204" pitchFamily="34" charset="-122"/>
              <a:ea typeface="微软雅黑" panose="020B0503020204020204" pitchFamily="34" charset="-122"/>
            </a:endParaRPr>
          </a:p>
        </p:txBody>
      </p:sp>
      <p:sp>
        <p:nvSpPr>
          <p:cNvPr id="53" name="矩形 52">
            <a:extLst>
              <a:ext uri="{FF2B5EF4-FFF2-40B4-BE49-F238E27FC236}">
                <a16:creationId xmlns:a16="http://schemas.microsoft.com/office/drawing/2014/main" id="{56E90D38-046D-4F0D-8898-E1AEE74A5DA6}"/>
              </a:ext>
            </a:extLst>
          </p:cNvPr>
          <p:cNvSpPr/>
          <p:nvPr/>
        </p:nvSpPr>
        <p:spPr>
          <a:xfrm>
            <a:off x="572853" y="1483405"/>
            <a:ext cx="5307130" cy="371446"/>
          </a:xfrm>
          <a:prstGeom prst="rect">
            <a:avLst/>
          </a:prstGeom>
          <a:solidFill>
            <a:schemeClr val="tx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b="1" kern="0" dirty="0">
                <a:solidFill>
                  <a:schemeClr val="accent1"/>
                </a:solidFill>
                <a:latin typeface="微软雅黑" panose="020B0503020204020204" pitchFamily="34" charset="-122"/>
                <a:ea typeface="微软雅黑" panose="020B0503020204020204" pitchFamily="34" charset="-122"/>
              </a:rPr>
              <a:t>案例一：通过知识库、</a:t>
            </a:r>
            <a:r>
              <a:rPr lang="en-US" altLang="zh-CN" sz="1100" b="1" kern="0" dirty="0">
                <a:solidFill>
                  <a:schemeClr val="accent1"/>
                </a:solidFill>
                <a:latin typeface="微软雅黑" panose="020B0503020204020204" pitchFamily="34" charset="-122"/>
                <a:ea typeface="微软雅黑" panose="020B0503020204020204" pitchFamily="34" charset="-122"/>
              </a:rPr>
              <a:t>Skill</a:t>
            </a:r>
            <a:r>
              <a:rPr lang="zh-CN" altLang="en-US" sz="1100" b="1" kern="0" dirty="0">
                <a:solidFill>
                  <a:schemeClr val="accent1"/>
                </a:solidFill>
                <a:latin typeface="微软雅黑" panose="020B0503020204020204" pitchFamily="34" charset="-122"/>
                <a:ea typeface="微软雅黑" panose="020B0503020204020204" pitchFamily="34" charset="-122"/>
              </a:rPr>
              <a:t>以及多</a:t>
            </a:r>
            <a:r>
              <a:rPr lang="en-US" altLang="zh-CN" sz="1100" b="1" kern="0" dirty="0">
                <a:solidFill>
                  <a:schemeClr val="accent1"/>
                </a:solidFill>
                <a:latin typeface="微软雅黑" panose="020B0503020204020204" pitchFamily="34" charset="-122"/>
                <a:ea typeface="微软雅黑" panose="020B0503020204020204" pitchFamily="34" charset="-122"/>
              </a:rPr>
              <a:t>Agent</a:t>
            </a:r>
            <a:r>
              <a:rPr lang="zh-CN" altLang="en-US" sz="1100" b="1" kern="0" dirty="0">
                <a:solidFill>
                  <a:schemeClr val="accent1"/>
                </a:solidFill>
                <a:latin typeface="微软雅黑" panose="020B0503020204020204" pitchFamily="34" charset="-122"/>
                <a:ea typeface="微软雅黑" panose="020B0503020204020204" pitchFamily="34" charset="-122"/>
              </a:rPr>
              <a:t>高效完成</a:t>
            </a:r>
            <a:r>
              <a:rPr lang="en-US" altLang="zh-CN" sz="1100" b="1" kern="0" dirty="0">
                <a:solidFill>
                  <a:schemeClr val="accent1"/>
                </a:solidFill>
                <a:latin typeface="微软雅黑" panose="020B0503020204020204" pitchFamily="34" charset="-122"/>
                <a:ea typeface="微软雅黑" panose="020B0503020204020204" pitchFamily="34" charset="-122"/>
              </a:rPr>
              <a:t>Qwen3.5 </a:t>
            </a:r>
            <a:r>
              <a:rPr lang="zh-CN" altLang="en-US" sz="1100" b="1" kern="0" dirty="0">
                <a:solidFill>
                  <a:schemeClr val="accent1"/>
                </a:solidFill>
                <a:latin typeface="微软雅黑" panose="020B0503020204020204" pitchFamily="34" charset="-122"/>
                <a:ea typeface="微软雅黑" panose="020B0503020204020204" pitchFamily="34" charset="-122"/>
              </a:rPr>
              <a:t>异步调度方案设计（从</a:t>
            </a:r>
            <a:r>
              <a:rPr lang="en-US" altLang="zh-CN" sz="1100" b="1" kern="0" dirty="0">
                <a:solidFill>
                  <a:schemeClr val="accent1"/>
                </a:solidFill>
                <a:latin typeface="微软雅黑" panose="020B0503020204020204" pitchFamily="34" charset="-122"/>
                <a:ea typeface="微软雅黑" panose="020B0503020204020204" pitchFamily="34" charset="-122"/>
              </a:rPr>
              <a:t>5</a:t>
            </a:r>
            <a:r>
              <a:rPr lang="zh-CN" altLang="en-US" sz="1100" b="1" kern="0" dirty="0">
                <a:solidFill>
                  <a:schemeClr val="accent1"/>
                </a:solidFill>
                <a:latin typeface="微软雅黑" panose="020B0503020204020204" pitchFamily="34" charset="-122"/>
                <a:ea typeface="微软雅黑" panose="020B0503020204020204" pitchFamily="34" charset="-122"/>
              </a:rPr>
              <a:t>人天下降至</a:t>
            </a:r>
            <a:r>
              <a:rPr lang="en-US" altLang="zh-CN" sz="1100" b="1" kern="0" dirty="0">
                <a:solidFill>
                  <a:schemeClr val="accent1"/>
                </a:solidFill>
                <a:latin typeface="微软雅黑" panose="020B0503020204020204" pitchFamily="34" charset="-122"/>
                <a:ea typeface="微软雅黑" panose="020B0503020204020204" pitchFamily="34" charset="-122"/>
              </a:rPr>
              <a:t>1</a:t>
            </a:r>
            <a:r>
              <a:rPr lang="zh-CN" altLang="en-US" sz="1100" b="1" kern="0" dirty="0">
                <a:solidFill>
                  <a:schemeClr val="accent1"/>
                </a:solidFill>
                <a:latin typeface="微软雅黑" panose="020B0503020204020204" pitchFamily="34" charset="-122"/>
                <a:ea typeface="微软雅黑" panose="020B0503020204020204" pitchFamily="34" charset="-122"/>
              </a:rPr>
              <a:t>人天）</a:t>
            </a:r>
            <a:endParaRPr lang="en-US" altLang="zh-CN" sz="1100" b="1" kern="0" dirty="0">
              <a:solidFill>
                <a:schemeClr val="accent1"/>
              </a:solidFill>
              <a:latin typeface="微软雅黑" panose="020B0503020204020204" pitchFamily="34" charset="-122"/>
              <a:ea typeface="微软雅黑" panose="020B0503020204020204" pitchFamily="34" charset="-122"/>
            </a:endParaRPr>
          </a:p>
        </p:txBody>
      </p:sp>
      <p:sp>
        <p:nvSpPr>
          <p:cNvPr id="54" name="矩形 53">
            <a:extLst>
              <a:ext uri="{FF2B5EF4-FFF2-40B4-BE49-F238E27FC236}">
                <a16:creationId xmlns:a16="http://schemas.microsoft.com/office/drawing/2014/main" id="{D2A25E3C-5681-44D2-833B-F59268C09870}"/>
              </a:ext>
            </a:extLst>
          </p:cNvPr>
          <p:cNvSpPr/>
          <p:nvPr/>
        </p:nvSpPr>
        <p:spPr>
          <a:xfrm>
            <a:off x="6197137" y="1486234"/>
            <a:ext cx="5469239" cy="367132"/>
          </a:xfrm>
          <a:prstGeom prst="rect">
            <a:avLst/>
          </a:prstGeom>
          <a:solidFill>
            <a:schemeClr val="tx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50" b="1" kern="0" dirty="0">
                <a:solidFill>
                  <a:schemeClr val="accent1"/>
                </a:solidFill>
                <a:latin typeface="微软雅黑" panose="020B0503020204020204" pitchFamily="34" charset="-122"/>
                <a:ea typeface="微软雅黑" panose="020B0503020204020204" pitchFamily="34" charset="-122"/>
              </a:rPr>
              <a:t>案例二：通过</a:t>
            </a:r>
            <a:r>
              <a:rPr lang="en-US" altLang="zh-CN" sz="1050" b="1" kern="0" dirty="0" err="1">
                <a:solidFill>
                  <a:schemeClr val="accent1"/>
                </a:solidFill>
                <a:latin typeface="微软雅黑" panose="020B0503020204020204" pitchFamily="34" charset="-122"/>
                <a:ea typeface="微软雅黑" panose="020B0503020204020204" pitchFamily="34" charset="-122"/>
              </a:rPr>
              <a:t>Agent+SDD&amp;TDD</a:t>
            </a:r>
            <a:r>
              <a:rPr lang="zh-CN" altLang="en-US" sz="1050" b="1" kern="0" dirty="0">
                <a:solidFill>
                  <a:schemeClr val="accent1"/>
                </a:solidFill>
                <a:latin typeface="微软雅黑" panose="020B0503020204020204" pitchFamily="34" charset="-122"/>
                <a:ea typeface="微软雅黑" panose="020B0503020204020204" pitchFamily="34" charset="-122"/>
              </a:rPr>
              <a:t>标准化编码流程高效完成</a:t>
            </a:r>
            <a:r>
              <a:rPr lang="en-US" altLang="zh-CN" sz="1050" b="1" kern="0" dirty="0">
                <a:solidFill>
                  <a:schemeClr val="accent1"/>
                </a:solidFill>
                <a:latin typeface="微软雅黑" panose="020B0503020204020204" pitchFamily="34" charset="-122"/>
                <a:ea typeface="微软雅黑" panose="020B0503020204020204" pitchFamily="34" charset="-122"/>
              </a:rPr>
              <a:t>Qwen3.5</a:t>
            </a:r>
            <a:r>
              <a:rPr lang="zh-CN" altLang="en-US" sz="1050" b="1" kern="0" dirty="0">
                <a:solidFill>
                  <a:schemeClr val="accent1"/>
                </a:solidFill>
                <a:latin typeface="微软雅黑" panose="020B0503020204020204" pitchFamily="34" charset="-122"/>
                <a:ea typeface="微软雅黑" panose="020B0503020204020204" pitchFamily="34" charset="-122"/>
              </a:rPr>
              <a:t>异步调度特性开发</a:t>
            </a:r>
            <a:endParaRPr lang="en-US" altLang="zh-CN" sz="1050" b="1" kern="0" dirty="0">
              <a:solidFill>
                <a:schemeClr val="accent1"/>
              </a:solidFill>
              <a:latin typeface="微软雅黑" panose="020B0503020204020204" pitchFamily="34" charset="-122"/>
              <a:ea typeface="微软雅黑" panose="020B0503020204020204" pitchFamily="34" charset="-122"/>
            </a:endParaRPr>
          </a:p>
          <a:p>
            <a:pPr algn="ctr"/>
            <a:r>
              <a:rPr lang="zh-CN" altLang="en-US" sz="1050" b="1" kern="0" dirty="0">
                <a:solidFill>
                  <a:schemeClr val="accent1"/>
                </a:solidFill>
                <a:latin typeface="微软雅黑" panose="020B0503020204020204" pitchFamily="34" charset="-122"/>
                <a:ea typeface="微软雅黑" panose="020B0503020204020204" pitchFamily="34" charset="-122"/>
              </a:rPr>
              <a:t>（从</a:t>
            </a:r>
            <a:r>
              <a:rPr lang="en-US" altLang="zh-CN" sz="1050" b="1" kern="0" dirty="0">
                <a:solidFill>
                  <a:schemeClr val="accent1"/>
                </a:solidFill>
                <a:latin typeface="微软雅黑" panose="020B0503020204020204" pitchFamily="34" charset="-122"/>
                <a:ea typeface="微软雅黑" panose="020B0503020204020204" pitchFamily="34" charset="-122"/>
              </a:rPr>
              <a:t>1</a:t>
            </a:r>
            <a:r>
              <a:rPr lang="zh-CN" altLang="en-US" sz="1050" b="1" kern="0" dirty="0">
                <a:solidFill>
                  <a:schemeClr val="accent1"/>
                </a:solidFill>
                <a:latin typeface="微软雅黑" panose="020B0503020204020204" pitchFamily="34" charset="-122"/>
                <a:ea typeface="微软雅黑" panose="020B0503020204020204" pitchFamily="34" charset="-122"/>
              </a:rPr>
              <a:t>人月下降至</a:t>
            </a:r>
            <a:r>
              <a:rPr lang="en-US" altLang="zh-CN" sz="1050" b="1" kern="0" dirty="0">
                <a:solidFill>
                  <a:schemeClr val="accent1"/>
                </a:solidFill>
                <a:latin typeface="微软雅黑" panose="020B0503020204020204" pitchFamily="34" charset="-122"/>
                <a:ea typeface="微软雅黑" panose="020B0503020204020204" pitchFamily="34" charset="-122"/>
              </a:rPr>
              <a:t>1</a:t>
            </a:r>
            <a:r>
              <a:rPr lang="zh-CN" altLang="en-US" sz="1050" b="1" kern="0" dirty="0">
                <a:solidFill>
                  <a:schemeClr val="accent1"/>
                </a:solidFill>
                <a:latin typeface="微软雅黑" panose="020B0503020204020204" pitchFamily="34" charset="-122"/>
                <a:ea typeface="微软雅黑" panose="020B0503020204020204" pitchFamily="34" charset="-122"/>
              </a:rPr>
              <a:t>人周）</a:t>
            </a:r>
            <a:endParaRPr lang="en-US" altLang="zh-CN" sz="1050" b="1" kern="0" dirty="0">
              <a:solidFill>
                <a:schemeClr val="accent1"/>
              </a:solidFill>
              <a:latin typeface="微软雅黑" panose="020B0503020204020204" pitchFamily="34" charset="-122"/>
              <a:ea typeface="微软雅黑" panose="020B0503020204020204" pitchFamily="34" charset="-122"/>
            </a:endParaRPr>
          </a:p>
        </p:txBody>
      </p:sp>
      <p:cxnSp>
        <p:nvCxnSpPr>
          <p:cNvPr id="7" name="直接箭头连接符 6">
            <a:extLst>
              <a:ext uri="{FF2B5EF4-FFF2-40B4-BE49-F238E27FC236}">
                <a16:creationId xmlns:a16="http://schemas.microsoft.com/office/drawing/2014/main" id="{A36CBCEA-6AC6-4478-B686-F58C113FD3C6}"/>
              </a:ext>
            </a:extLst>
          </p:cNvPr>
          <p:cNvCxnSpPr/>
          <p:nvPr/>
        </p:nvCxnSpPr>
        <p:spPr>
          <a:xfrm>
            <a:off x="1037293" y="2246557"/>
            <a:ext cx="0" cy="2381573"/>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81" name="矩形 80">
            <a:extLst>
              <a:ext uri="{FF2B5EF4-FFF2-40B4-BE49-F238E27FC236}">
                <a16:creationId xmlns:a16="http://schemas.microsoft.com/office/drawing/2014/main" id="{975D43C0-F068-4E79-8568-74638F7F1863}"/>
              </a:ext>
            </a:extLst>
          </p:cNvPr>
          <p:cNvSpPr/>
          <p:nvPr/>
        </p:nvSpPr>
        <p:spPr>
          <a:xfrm>
            <a:off x="632105" y="2326440"/>
            <a:ext cx="878926" cy="15681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r>
              <a:rPr lang="en-US" altLang="zh-CN" sz="900" dirty="0">
                <a:solidFill>
                  <a:srgbClr val="1D1D1A"/>
                </a:solidFill>
                <a:latin typeface="Huawei Sans" panose="020B0604020202020204"/>
                <a:ea typeface="微软雅黑"/>
              </a:rPr>
              <a:t>Profiling</a:t>
            </a:r>
            <a:r>
              <a:rPr lang="zh-CN" altLang="en-US" sz="900" dirty="0">
                <a:solidFill>
                  <a:srgbClr val="1D1D1A"/>
                </a:solidFill>
                <a:latin typeface="Huawei Sans" panose="020B0604020202020204"/>
                <a:ea typeface="微软雅黑"/>
              </a:rPr>
              <a:t>采集</a:t>
            </a:r>
          </a:p>
        </p:txBody>
      </p:sp>
      <p:sp>
        <p:nvSpPr>
          <p:cNvPr id="82" name="矩形 81">
            <a:extLst>
              <a:ext uri="{FF2B5EF4-FFF2-40B4-BE49-F238E27FC236}">
                <a16:creationId xmlns:a16="http://schemas.microsoft.com/office/drawing/2014/main" id="{9DA8E906-7ED3-4289-8E80-6B0EA90E9716}"/>
              </a:ext>
            </a:extLst>
          </p:cNvPr>
          <p:cNvSpPr/>
          <p:nvPr/>
        </p:nvSpPr>
        <p:spPr>
          <a:xfrm>
            <a:off x="632104" y="2564630"/>
            <a:ext cx="880463" cy="15681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r>
              <a:rPr lang="en-US" altLang="zh-CN" sz="900" dirty="0">
                <a:solidFill>
                  <a:srgbClr val="1D1D1A"/>
                </a:solidFill>
                <a:latin typeface="Huawei Sans" panose="020B0604020202020204"/>
                <a:ea typeface="微软雅黑"/>
              </a:rPr>
              <a:t>Profiling</a:t>
            </a:r>
            <a:r>
              <a:rPr lang="zh-CN" altLang="en-US" sz="900" dirty="0">
                <a:solidFill>
                  <a:srgbClr val="1D1D1A"/>
                </a:solidFill>
                <a:latin typeface="Huawei Sans" panose="020B0604020202020204"/>
                <a:ea typeface="微软雅黑"/>
              </a:rPr>
              <a:t>分析</a:t>
            </a:r>
          </a:p>
        </p:txBody>
      </p:sp>
      <p:sp>
        <p:nvSpPr>
          <p:cNvPr id="8" name="文本框 7">
            <a:extLst>
              <a:ext uri="{FF2B5EF4-FFF2-40B4-BE49-F238E27FC236}">
                <a16:creationId xmlns:a16="http://schemas.microsoft.com/office/drawing/2014/main" id="{5FDD12A8-040F-47F7-A05A-1FFFBE673DC4}"/>
              </a:ext>
            </a:extLst>
          </p:cNvPr>
          <p:cNvSpPr txBox="1"/>
          <p:nvPr/>
        </p:nvSpPr>
        <p:spPr>
          <a:xfrm>
            <a:off x="551761" y="1962415"/>
            <a:ext cx="1026333" cy="215444"/>
          </a:xfrm>
          <a:prstGeom prst="rect">
            <a:avLst/>
          </a:prstGeom>
          <a:noFill/>
        </p:spPr>
        <p:txBody>
          <a:bodyPr wrap="square" rtlCol="0">
            <a:spAutoFit/>
          </a:bodyPr>
          <a:lstStyle/>
          <a:p>
            <a:pPr algn="l"/>
            <a:r>
              <a:rPr lang="zh-CN" altLang="en-US" sz="800" b="1" dirty="0">
                <a:latin typeface="微软雅黑" panose="020B0503020204020204" pitchFamily="34" charset="-122"/>
                <a:ea typeface="微软雅黑" panose="020B0503020204020204" pitchFamily="34" charset="-122"/>
              </a:rPr>
              <a:t>使用</a:t>
            </a:r>
            <a:r>
              <a:rPr lang="en-US" altLang="zh-CN" sz="800" b="1" dirty="0">
                <a:latin typeface="微软雅黑" panose="020B0503020204020204" pitchFamily="34" charset="-122"/>
                <a:ea typeface="微软雅黑" panose="020B0503020204020204" pitchFamily="34" charset="-122"/>
              </a:rPr>
              <a:t>Agent</a:t>
            </a:r>
            <a:r>
              <a:rPr lang="zh-CN" altLang="en-US" sz="800" b="1" dirty="0">
                <a:latin typeface="微软雅黑" panose="020B0503020204020204" pitchFamily="34" charset="-122"/>
                <a:ea typeface="微软雅黑" panose="020B0503020204020204" pitchFamily="34" charset="-122"/>
              </a:rPr>
              <a:t>前</a:t>
            </a:r>
          </a:p>
        </p:txBody>
      </p:sp>
      <p:cxnSp>
        <p:nvCxnSpPr>
          <p:cNvPr id="83" name="直接箭头连接符 82">
            <a:extLst>
              <a:ext uri="{FF2B5EF4-FFF2-40B4-BE49-F238E27FC236}">
                <a16:creationId xmlns:a16="http://schemas.microsoft.com/office/drawing/2014/main" id="{1549C9B8-ED06-44A3-9456-640E8F58A8DD}"/>
              </a:ext>
            </a:extLst>
          </p:cNvPr>
          <p:cNvCxnSpPr/>
          <p:nvPr/>
        </p:nvCxnSpPr>
        <p:spPr>
          <a:xfrm>
            <a:off x="2380268" y="2242142"/>
            <a:ext cx="0" cy="2381573"/>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84" name="矩形 83">
            <a:extLst>
              <a:ext uri="{FF2B5EF4-FFF2-40B4-BE49-F238E27FC236}">
                <a16:creationId xmlns:a16="http://schemas.microsoft.com/office/drawing/2014/main" id="{5CCACBB7-2F44-46C1-84AB-E647472CB7AC}"/>
              </a:ext>
            </a:extLst>
          </p:cNvPr>
          <p:cNvSpPr/>
          <p:nvPr/>
        </p:nvSpPr>
        <p:spPr>
          <a:xfrm>
            <a:off x="1975080" y="2404847"/>
            <a:ext cx="878926" cy="304293"/>
          </a:xfrm>
          <a:prstGeom prst="rect">
            <a:avLst/>
          </a:prstGeom>
          <a:solidFill>
            <a:srgbClr val="DDEB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r>
              <a:rPr lang="zh-CN" altLang="en-US" sz="900" b="1" dirty="0">
                <a:solidFill>
                  <a:schemeClr val="accent1"/>
                </a:solidFill>
                <a:latin typeface="Huawei Sans" panose="020B0604020202020204"/>
                <a:ea typeface="微软雅黑"/>
              </a:rPr>
              <a:t>①</a:t>
            </a:r>
            <a:r>
              <a:rPr lang="en-US" altLang="zh-CN" sz="900" b="1" dirty="0">
                <a:solidFill>
                  <a:srgbClr val="1D1D1A"/>
                </a:solidFill>
                <a:latin typeface="Huawei Sans" panose="020B0604020202020204"/>
                <a:ea typeface="微软雅黑"/>
              </a:rPr>
              <a:t>Profiling</a:t>
            </a:r>
            <a:r>
              <a:rPr lang="zh-CN" altLang="en-US" sz="900" b="1" dirty="0">
                <a:solidFill>
                  <a:srgbClr val="1D1D1A"/>
                </a:solidFill>
                <a:latin typeface="Huawei Sans" panose="020B0604020202020204"/>
                <a:ea typeface="微软雅黑"/>
              </a:rPr>
              <a:t>分析</a:t>
            </a:r>
            <a:r>
              <a:rPr lang="en-US" altLang="zh-CN" sz="900" b="1" dirty="0">
                <a:solidFill>
                  <a:srgbClr val="1D1D1A"/>
                </a:solidFill>
                <a:latin typeface="Huawei Sans" panose="020B0604020202020204"/>
              </a:rPr>
              <a:t>workflow</a:t>
            </a:r>
            <a:endParaRPr lang="zh-CN" altLang="en-US" sz="900" b="1" dirty="0">
              <a:solidFill>
                <a:srgbClr val="1D1D1A"/>
              </a:solidFill>
              <a:latin typeface="Huawei Sans" panose="020B0604020202020204"/>
              <a:ea typeface="微软雅黑"/>
            </a:endParaRPr>
          </a:p>
        </p:txBody>
      </p:sp>
      <p:sp>
        <p:nvSpPr>
          <p:cNvPr id="86" name="文本框 85">
            <a:extLst>
              <a:ext uri="{FF2B5EF4-FFF2-40B4-BE49-F238E27FC236}">
                <a16:creationId xmlns:a16="http://schemas.microsoft.com/office/drawing/2014/main" id="{3F5053A6-7F02-4BCF-98F0-DE4825B54FB5}"/>
              </a:ext>
            </a:extLst>
          </p:cNvPr>
          <p:cNvSpPr txBox="1"/>
          <p:nvPr/>
        </p:nvSpPr>
        <p:spPr>
          <a:xfrm>
            <a:off x="2017557" y="1962053"/>
            <a:ext cx="878158" cy="215444"/>
          </a:xfrm>
          <a:prstGeom prst="rect">
            <a:avLst/>
          </a:prstGeom>
          <a:noFill/>
        </p:spPr>
        <p:txBody>
          <a:bodyPr wrap="square" rtlCol="0">
            <a:spAutoFit/>
          </a:bodyPr>
          <a:lstStyle/>
          <a:p>
            <a:pPr algn="l"/>
            <a:r>
              <a:rPr lang="zh-CN" altLang="en-US" sz="800" b="1" dirty="0">
                <a:latin typeface="微软雅黑" panose="020B0503020204020204" pitchFamily="34" charset="-122"/>
                <a:ea typeface="微软雅黑" panose="020B0503020204020204" pitchFamily="34" charset="-122"/>
              </a:rPr>
              <a:t>使用</a:t>
            </a:r>
            <a:r>
              <a:rPr lang="en-US" altLang="zh-CN" sz="800" b="1" dirty="0">
                <a:latin typeface="微软雅黑" panose="020B0503020204020204" pitchFamily="34" charset="-122"/>
                <a:ea typeface="微软雅黑" panose="020B0503020204020204" pitchFamily="34" charset="-122"/>
              </a:rPr>
              <a:t>Agent</a:t>
            </a:r>
            <a:r>
              <a:rPr lang="zh-CN" altLang="en-US" sz="800" b="1" dirty="0">
                <a:latin typeface="微软雅黑" panose="020B0503020204020204" pitchFamily="34" charset="-122"/>
                <a:ea typeface="微软雅黑" panose="020B0503020204020204" pitchFamily="34" charset="-122"/>
              </a:rPr>
              <a:t>后</a:t>
            </a:r>
          </a:p>
        </p:txBody>
      </p:sp>
      <p:sp>
        <p:nvSpPr>
          <p:cNvPr id="87" name="矩形 86">
            <a:extLst>
              <a:ext uri="{FF2B5EF4-FFF2-40B4-BE49-F238E27FC236}">
                <a16:creationId xmlns:a16="http://schemas.microsoft.com/office/drawing/2014/main" id="{7DE424E8-5D4B-434F-A0B4-AB1E8C366A4F}"/>
              </a:ext>
            </a:extLst>
          </p:cNvPr>
          <p:cNvSpPr/>
          <p:nvPr/>
        </p:nvSpPr>
        <p:spPr>
          <a:xfrm>
            <a:off x="632104" y="2798100"/>
            <a:ext cx="880465" cy="15681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r>
              <a:rPr lang="zh-CN" altLang="en-US" sz="900" dirty="0">
                <a:solidFill>
                  <a:srgbClr val="1D1D1A"/>
                </a:solidFill>
                <a:latin typeface="Huawei Sans" panose="020B0604020202020204"/>
                <a:ea typeface="微软雅黑"/>
              </a:rPr>
              <a:t>相关领域洞察</a:t>
            </a:r>
          </a:p>
        </p:txBody>
      </p:sp>
      <p:sp>
        <p:nvSpPr>
          <p:cNvPr id="88" name="矩形 87">
            <a:extLst>
              <a:ext uri="{FF2B5EF4-FFF2-40B4-BE49-F238E27FC236}">
                <a16:creationId xmlns:a16="http://schemas.microsoft.com/office/drawing/2014/main" id="{8E7A3A67-774E-420E-909D-4BBF55100F6B}"/>
              </a:ext>
            </a:extLst>
          </p:cNvPr>
          <p:cNvSpPr/>
          <p:nvPr/>
        </p:nvSpPr>
        <p:spPr>
          <a:xfrm>
            <a:off x="630566" y="3075791"/>
            <a:ext cx="880465" cy="15681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r>
              <a:rPr lang="zh-CN" altLang="en-US" sz="900" dirty="0">
                <a:solidFill>
                  <a:srgbClr val="1D1D1A"/>
                </a:solidFill>
                <a:latin typeface="Huawei Sans" panose="020B0604020202020204"/>
                <a:ea typeface="微软雅黑"/>
              </a:rPr>
              <a:t>代码仓分析</a:t>
            </a:r>
          </a:p>
        </p:txBody>
      </p:sp>
      <p:sp>
        <p:nvSpPr>
          <p:cNvPr id="89" name="矩形 88">
            <a:extLst>
              <a:ext uri="{FF2B5EF4-FFF2-40B4-BE49-F238E27FC236}">
                <a16:creationId xmlns:a16="http://schemas.microsoft.com/office/drawing/2014/main" id="{BDD87CDB-C028-4359-B40A-390A3598C336}"/>
              </a:ext>
            </a:extLst>
          </p:cNvPr>
          <p:cNvSpPr/>
          <p:nvPr/>
        </p:nvSpPr>
        <p:spPr>
          <a:xfrm>
            <a:off x="630565" y="3351262"/>
            <a:ext cx="880465" cy="15681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r>
              <a:rPr lang="zh-CN" altLang="en-US" sz="900" dirty="0">
                <a:solidFill>
                  <a:srgbClr val="1D1D1A"/>
                </a:solidFill>
                <a:latin typeface="Huawei Sans" panose="020B0604020202020204"/>
                <a:ea typeface="微软雅黑"/>
              </a:rPr>
              <a:t>方案设计</a:t>
            </a:r>
          </a:p>
        </p:txBody>
      </p:sp>
      <p:sp>
        <p:nvSpPr>
          <p:cNvPr id="90" name="矩形 89">
            <a:extLst>
              <a:ext uri="{FF2B5EF4-FFF2-40B4-BE49-F238E27FC236}">
                <a16:creationId xmlns:a16="http://schemas.microsoft.com/office/drawing/2014/main" id="{D142D36F-4ABD-4074-9507-98E12044B7C2}"/>
              </a:ext>
            </a:extLst>
          </p:cNvPr>
          <p:cNvSpPr/>
          <p:nvPr/>
        </p:nvSpPr>
        <p:spPr>
          <a:xfrm>
            <a:off x="622049" y="3627732"/>
            <a:ext cx="880465" cy="15681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r>
              <a:rPr lang="zh-CN" altLang="en-US" sz="900" dirty="0">
                <a:solidFill>
                  <a:srgbClr val="1D1D1A"/>
                </a:solidFill>
                <a:latin typeface="Huawei Sans" panose="020B0604020202020204"/>
                <a:ea typeface="微软雅黑"/>
              </a:rPr>
              <a:t>下游</a:t>
            </a:r>
            <a:r>
              <a:rPr lang="en-US" altLang="zh-CN" sz="900" dirty="0">
                <a:solidFill>
                  <a:srgbClr val="1D1D1A"/>
                </a:solidFill>
                <a:latin typeface="Huawei Sans" panose="020B0604020202020204"/>
                <a:ea typeface="微软雅黑"/>
              </a:rPr>
              <a:t>SE</a:t>
            </a:r>
            <a:r>
              <a:rPr lang="zh-CN" altLang="en-US" sz="900" dirty="0">
                <a:solidFill>
                  <a:srgbClr val="1D1D1A"/>
                </a:solidFill>
                <a:latin typeface="Huawei Sans" panose="020B0604020202020204"/>
                <a:ea typeface="微软雅黑"/>
              </a:rPr>
              <a:t>沟通</a:t>
            </a:r>
          </a:p>
        </p:txBody>
      </p:sp>
      <p:sp>
        <p:nvSpPr>
          <p:cNvPr id="91" name="矩形 90">
            <a:extLst>
              <a:ext uri="{FF2B5EF4-FFF2-40B4-BE49-F238E27FC236}">
                <a16:creationId xmlns:a16="http://schemas.microsoft.com/office/drawing/2014/main" id="{FAC87F85-DFDC-4DAB-84D2-BFBDE65E198D}"/>
              </a:ext>
            </a:extLst>
          </p:cNvPr>
          <p:cNvSpPr/>
          <p:nvPr/>
        </p:nvSpPr>
        <p:spPr>
          <a:xfrm>
            <a:off x="618951" y="3907016"/>
            <a:ext cx="880465" cy="15681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r>
              <a:rPr lang="zh-CN" altLang="en-US" sz="900" dirty="0">
                <a:solidFill>
                  <a:srgbClr val="1D1D1A"/>
                </a:solidFill>
                <a:latin typeface="Huawei Sans" panose="020B0604020202020204"/>
                <a:ea typeface="微软雅黑"/>
              </a:rPr>
              <a:t>方案确认</a:t>
            </a:r>
          </a:p>
        </p:txBody>
      </p:sp>
      <p:sp>
        <p:nvSpPr>
          <p:cNvPr id="92" name="矩形 91">
            <a:extLst>
              <a:ext uri="{FF2B5EF4-FFF2-40B4-BE49-F238E27FC236}">
                <a16:creationId xmlns:a16="http://schemas.microsoft.com/office/drawing/2014/main" id="{51C98E81-0CB8-4C0B-8836-7E347E948516}"/>
              </a:ext>
            </a:extLst>
          </p:cNvPr>
          <p:cNvSpPr/>
          <p:nvPr/>
        </p:nvSpPr>
        <p:spPr>
          <a:xfrm>
            <a:off x="618950" y="4189165"/>
            <a:ext cx="880465" cy="15681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r>
              <a:rPr lang="zh-CN" altLang="en-US" sz="900" dirty="0">
                <a:solidFill>
                  <a:srgbClr val="1D1D1A"/>
                </a:solidFill>
                <a:latin typeface="Huawei Sans" panose="020B0604020202020204"/>
                <a:ea typeface="微软雅黑"/>
              </a:rPr>
              <a:t>需求下发</a:t>
            </a:r>
          </a:p>
        </p:txBody>
      </p:sp>
      <p:cxnSp>
        <p:nvCxnSpPr>
          <p:cNvPr id="10" name="直接箭头连接符 9">
            <a:extLst>
              <a:ext uri="{FF2B5EF4-FFF2-40B4-BE49-F238E27FC236}">
                <a16:creationId xmlns:a16="http://schemas.microsoft.com/office/drawing/2014/main" id="{6BCDD498-D5B6-4376-8ECA-703B38E22DB9}"/>
              </a:ext>
            </a:extLst>
          </p:cNvPr>
          <p:cNvCxnSpPr>
            <a:cxnSpLocks/>
            <a:stCxn id="81" idx="3"/>
            <a:endCxn id="84" idx="1"/>
          </p:cNvCxnSpPr>
          <p:nvPr/>
        </p:nvCxnSpPr>
        <p:spPr>
          <a:xfrm>
            <a:off x="1511031" y="2404848"/>
            <a:ext cx="464049" cy="152146"/>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12" name="直接箭头连接符 11">
            <a:extLst>
              <a:ext uri="{FF2B5EF4-FFF2-40B4-BE49-F238E27FC236}">
                <a16:creationId xmlns:a16="http://schemas.microsoft.com/office/drawing/2014/main" id="{E71C1738-4CC2-4B92-A9AF-B59AA7981DB1}"/>
              </a:ext>
            </a:extLst>
          </p:cNvPr>
          <p:cNvCxnSpPr>
            <a:cxnSpLocks/>
            <a:stCxn id="82" idx="3"/>
            <a:endCxn id="84" idx="1"/>
          </p:cNvCxnSpPr>
          <p:nvPr/>
        </p:nvCxnSpPr>
        <p:spPr>
          <a:xfrm flipV="1">
            <a:off x="1512567" y="2556994"/>
            <a:ext cx="462513" cy="86044"/>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sp>
        <p:nvSpPr>
          <p:cNvPr id="93" name="矩形 92">
            <a:extLst>
              <a:ext uri="{FF2B5EF4-FFF2-40B4-BE49-F238E27FC236}">
                <a16:creationId xmlns:a16="http://schemas.microsoft.com/office/drawing/2014/main" id="{781B61C4-FC70-4827-BAE1-32FC40D14ADF}"/>
              </a:ext>
            </a:extLst>
          </p:cNvPr>
          <p:cNvSpPr/>
          <p:nvPr/>
        </p:nvSpPr>
        <p:spPr>
          <a:xfrm>
            <a:off x="1898170" y="2866469"/>
            <a:ext cx="989410" cy="304293"/>
          </a:xfrm>
          <a:prstGeom prst="rect">
            <a:avLst/>
          </a:prstGeom>
          <a:solidFill>
            <a:srgbClr val="DDEB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r>
              <a:rPr lang="zh-CN" altLang="en-US" sz="900" b="1" dirty="0">
                <a:solidFill>
                  <a:schemeClr val="accent1"/>
                </a:solidFill>
                <a:latin typeface="Huawei Sans" panose="020B0604020202020204"/>
              </a:rPr>
              <a:t>②</a:t>
            </a:r>
            <a:r>
              <a:rPr lang="en-US" altLang="zh-CN" sz="900" b="1" dirty="0">
                <a:solidFill>
                  <a:srgbClr val="1D1D1A"/>
                </a:solidFill>
                <a:latin typeface="Huawei Sans" panose="020B0604020202020204"/>
              </a:rPr>
              <a:t>Auto Research</a:t>
            </a:r>
          </a:p>
          <a:p>
            <a:pPr algn="ctr" defTabSz="913765">
              <a:defRPr/>
            </a:pPr>
            <a:r>
              <a:rPr lang="en-US" altLang="zh-CN" sz="900" b="1" dirty="0">
                <a:solidFill>
                  <a:srgbClr val="1D1D1A"/>
                </a:solidFill>
                <a:latin typeface="Huawei Sans" panose="020B0604020202020204"/>
                <a:ea typeface="微软雅黑"/>
              </a:rPr>
              <a:t>Agent</a:t>
            </a:r>
            <a:endParaRPr lang="zh-CN" altLang="en-US" sz="900" b="1" dirty="0">
              <a:solidFill>
                <a:srgbClr val="1D1D1A"/>
              </a:solidFill>
              <a:latin typeface="Huawei Sans" panose="020B0604020202020204"/>
              <a:ea typeface="微软雅黑"/>
            </a:endParaRPr>
          </a:p>
        </p:txBody>
      </p:sp>
      <p:cxnSp>
        <p:nvCxnSpPr>
          <p:cNvPr id="94" name="直接箭头连接符 93">
            <a:extLst>
              <a:ext uri="{FF2B5EF4-FFF2-40B4-BE49-F238E27FC236}">
                <a16:creationId xmlns:a16="http://schemas.microsoft.com/office/drawing/2014/main" id="{AF8BC528-BB09-4C05-9970-A27E3DDDC539}"/>
              </a:ext>
            </a:extLst>
          </p:cNvPr>
          <p:cNvCxnSpPr>
            <a:cxnSpLocks/>
            <a:stCxn id="87" idx="3"/>
            <a:endCxn id="93" idx="1"/>
          </p:cNvCxnSpPr>
          <p:nvPr/>
        </p:nvCxnSpPr>
        <p:spPr>
          <a:xfrm>
            <a:off x="1512569" y="2876508"/>
            <a:ext cx="385601" cy="142108"/>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95" name="直接箭头连接符 94">
            <a:extLst>
              <a:ext uri="{FF2B5EF4-FFF2-40B4-BE49-F238E27FC236}">
                <a16:creationId xmlns:a16="http://schemas.microsoft.com/office/drawing/2014/main" id="{656FFD39-9071-47A7-8BF3-2F9E554EC036}"/>
              </a:ext>
            </a:extLst>
          </p:cNvPr>
          <p:cNvCxnSpPr>
            <a:cxnSpLocks/>
            <a:stCxn id="88" idx="3"/>
            <a:endCxn id="93" idx="1"/>
          </p:cNvCxnSpPr>
          <p:nvPr/>
        </p:nvCxnSpPr>
        <p:spPr>
          <a:xfrm flipV="1">
            <a:off x="1511031" y="3018616"/>
            <a:ext cx="387139" cy="135583"/>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sp>
        <p:nvSpPr>
          <p:cNvPr id="96" name="矩形 95">
            <a:extLst>
              <a:ext uri="{FF2B5EF4-FFF2-40B4-BE49-F238E27FC236}">
                <a16:creationId xmlns:a16="http://schemas.microsoft.com/office/drawing/2014/main" id="{D1E7101B-BC79-44CA-9508-3358031F3670}"/>
              </a:ext>
            </a:extLst>
          </p:cNvPr>
          <p:cNvSpPr/>
          <p:nvPr/>
        </p:nvSpPr>
        <p:spPr>
          <a:xfrm>
            <a:off x="1973541" y="3626975"/>
            <a:ext cx="880465" cy="15681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r>
              <a:rPr lang="zh-CN" altLang="en-US" sz="900" dirty="0">
                <a:solidFill>
                  <a:srgbClr val="1D1D1A"/>
                </a:solidFill>
                <a:latin typeface="Huawei Sans" panose="020B0604020202020204"/>
                <a:ea typeface="微软雅黑"/>
              </a:rPr>
              <a:t>下游</a:t>
            </a:r>
            <a:r>
              <a:rPr lang="en-US" altLang="zh-CN" sz="900" dirty="0">
                <a:solidFill>
                  <a:srgbClr val="1D1D1A"/>
                </a:solidFill>
                <a:latin typeface="Huawei Sans" panose="020B0604020202020204"/>
                <a:ea typeface="微软雅黑"/>
              </a:rPr>
              <a:t>SE</a:t>
            </a:r>
            <a:r>
              <a:rPr lang="zh-CN" altLang="en-US" sz="900" dirty="0">
                <a:solidFill>
                  <a:srgbClr val="1D1D1A"/>
                </a:solidFill>
                <a:latin typeface="Huawei Sans" panose="020B0604020202020204"/>
                <a:ea typeface="微软雅黑"/>
              </a:rPr>
              <a:t>沟通</a:t>
            </a:r>
          </a:p>
        </p:txBody>
      </p:sp>
      <p:sp>
        <p:nvSpPr>
          <p:cNvPr id="97" name="矩形 96">
            <a:extLst>
              <a:ext uri="{FF2B5EF4-FFF2-40B4-BE49-F238E27FC236}">
                <a16:creationId xmlns:a16="http://schemas.microsoft.com/office/drawing/2014/main" id="{FC6FD613-37A3-4A0B-AAEA-1DA671B0AEE4}"/>
              </a:ext>
            </a:extLst>
          </p:cNvPr>
          <p:cNvSpPr/>
          <p:nvPr/>
        </p:nvSpPr>
        <p:spPr>
          <a:xfrm>
            <a:off x="1970443" y="3906259"/>
            <a:ext cx="880465" cy="15681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r>
              <a:rPr lang="zh-CN" altLang="en-US" sz="900" dirty="0">
                <a:solidFill>
                  <a:srgbClr val="1D1D1A"/>
                </a:solidFill>
                <a:latin typeface="Huawei Sans" panose="020B0604020202020204"/>
                <a:ea typeface="微软雅黑"/>
              </a:rPr>
              <a:t>方案确认</a:t>
            </a:r>
          </a:p>
        </p:txBody>
      </p:sp>
      <p:sp>
        <p:nvSpPr>
          <p:cNvPr id="98" name="矩形 97">
            <a:extLst>
              <a:ext uri="{FF2B5EF4-FFF2-40B4-BE49-F238E27FC236}">
                <a16:creationId xmlns:a16="http://schemas.microsoft.com/office/drawing/2014/main" id="{574BF0F0-3489-4CFC-A0E2-E6A40A60AD8F}"/>
              </a:ext>
            </a:extLst>
          </p:cNvPr>
          <p:cNvSpPr/>
          <p:nvPr/>
        </p:nvSpPr>
        <p:spPr>
          <a:xfrm>
            <a:off x="1970442" y="4188408"/>
            <a:ext cx="880465" cy="15681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r>
              <a:rPr lang="zh-CN" altLang="en-US" sz="900" dirty="0">
                <a:solidFill>
                  <a:srgbClr val="1D1D1A"/>
                </a:solidFill>
                <a:latin typeface="Huawei Sans" panose="020B0604020202020204"/>
                <a:ea typeface="微软雅黑"/>
              </a:rPr>
              <a:t>需求下发</a:t>
            </a:r>
          </a:p>
        </p:txBody>
      </p:sp>
      <p:sp>
        <p:nvSpPr>
          <p:cNvPr id="120" name="矩形 119">
            <a:extLst>
              <a:ext uri="{FF2B5EF4-FFF2-40B4-BE49-F238E27FC236}">
                <a16:creationId xmlns:a16="http://schemas.microsoft.com/office/drawing/2014/main" id="{AB77FDDF-8245-412C-AFC0-C0E71B555FB6}"/>
              </a:ext>
            </a:extLst>
          </p:cNvPr>
          <p:cNvSpPr/>
          <p:nvPr/>
        </p:nvSpPr>
        <p:spPr>
          <a:xfrm>
            <a:off x="1986003" y="3286235"/>
            <a:ext cx="880465" cy="277953"/>
          </a:xfrm>
          <a:prstGeom prst="rect">
            <a:avLst/>
          </a:prstGeom>
          <a:solidFill>
            <a:srgbClr val="DDEB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r>
              <a:rPr lang="zh-CN" altLang="en-US" sz="900" b="1" dirty="0">
                <a:solidFill>
                  <a:schemeClr val="accent1"/>
                </a:solidFill>
                <a:latin typeface="Huawei Sans" panose="020B0604020202020204"/>
                <a:ea typeface="微软雅黑"/>
              </a:rPr>
              <a:t>③</a:t>
            </a:r>
            <a:r>
              <a:rPr lang="zh-CN" altLang="en-US" sz="900" b="1" dirty="0">
                <a:solidFill>
                  <a:schemeClr val="tx1"/>
                </a:solidFill>
                <a:latin typeface="Huawei Sans" panose="020B0604020202020204"/>
                <a:ea typeface="微软雅黑"/>
              </a:rPr>
              <a:t>多</a:t>
            </a:r>
            <a:r>
              <a:rPr lang="en-US" altLang="zh-CN" sz="900" b="1" dirty="0">
                <a:solidFill>
                  <a:schemeClr val="tx1"/>
                </a:solidFill>
                <a:latin typeface="Huawei Sans" panose="020B0604020202020204"/>
                <a:ea typeface="微软雅黑"/>
              </a:rPr>
              <a:t>agent</a:t>
            </a:r>
            <a:r>
              <a:rPr lang="zh-CN" altLang="en-US" sz="900" b="1" dirty="0">
                <a:solidFill>
                  <a:schemeClr val="tx1"/>
                </a:solidFill>
                <a:latin typeface="Huawei Sans" panose="020B0604020202020204"/>
                <a:ea typeface="微软雅黑"/>
              </a:rPr>
              <a:t>协同方案设计</a:t>
            </a:r>
          </a:p>
        </p:txBody>
      </p:sp>
      <p:cxnSp>
        <p:nvCxnSpPr>
          <p:cNvPr id="121" name="直接箭头连接符 120">
            <a:extLst>
              <a:ext uri="{FF2B5EF4-FFF2-40B4-BE49-F238E27FC236}">
                <a16:creationId xmlns:a16="http://schemas.microsoft.com/office/drawing/2014/main" id="{B30AA19F-617D-4780-A6A1-0778428DC75D}"/>
              </a:ext>
            </a:extLst>
          </p:cNvPr>
          <p:cNvCxnSpPr>
            <a:cxnSpLocks/>
            <a:stCxn id="89" idx="3"/>
            <a:endCxn id="120" idx="1"/>
          </p:cNvCxnSpPr>
          <p:nvPr/>
        </p:nvCxnSpPr>
        <p:spPr>
          <a:xfrm flipV="1">
            <a:off x="1511030" y="3425212"/>
            <a:ext cx="474973" cy="4458"/>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graphicFrame>
        <p:nvGraphicFramePr>
          <p:cNvPr id="141" name="表格 140">
            <a:extLst>
              <a:ext uri="{FF2B5EF4-FFF2-40B4-BE49-F238E27FC236}">
                <a16:creationId xmlns:a16="http://schemas.microsoft.com/office/drawing/2014/main" id="{DB147174-4D60-4A2F-9C2C-1AE30A77CF38}"/>
              </a:ext>
            </a:extLst>
          </p:cNvPr>
          <p:cNvGraphicFramePr>
            <a:graphicFrameLocks noGrp="1"/>
          </p:cNvGraphicFramePr>
          <p:nvPr>
            <p:extLst>
              <p:ext uri="{D42A27DB-BD31-4B8C-83A1-F6EECF244321}">
                <p14:modId xmlns:p14="http://schemas.microsoft.com/office/powerpoint/2010/main" val="1696526052"/>
              </p:ext>
            </p:extLst>
          </p:nvPr>
        </p:nvGraphicFramePr>
        <p:xfrm>
          <a:off x="6355542" y="1914291"/>
          <a:ext cx="4860397" cy="853440"/>
        </p:xfrm>
        <a:graphic>
          <a:graphicData uri="http://schemas.openxmlformats.org/drawingml/2006/table">
            <a:tbl>
              <a:tblPr firstRow="1" bandRow="1">
                <a:tableStyleId>{5940675A-B579-460E-94D1-54222C63F5DA}</a:tableStyleId>
              </a:tblPr>
              <a:tblGrid>
                <a:gridCol w="1004277">
                  <a:extLst>
                    <a:ext uri="{9D8B030D-6E8A-4147-A177-3AD203B41FA5}">
                      <a16:colId xmlns:a16="http://schemas.microsoft.com/office/drawing/2014/main" val="2286294323"/>
                    </a:ext>
                  </a:extLst>
                </a:gridCol>
                <a:gridCol w="2515724">
                  <a:extLst>
                    <a:ext uri="{9D8B030D-6E8A-4147-A177-3AD203B41FA5}">
                      <a16:colId xmlns:a16="http://schemas.microsoft.com/office/drawing/2014/main" val="945090582"/>
                    </a:ext>
                  </a:extLst>
                </a:gridCol>
                <a:gridCol w="1340396">
                  <a:extLst>
                    <a:ext uri="{9D8B030D-6E8A-4147-A177-3AD203B41FA5}">
                      <a16:colId xmlns:a16="http://schemas.microsoft.com/office/drawing/2014/main" val="3853075608"/>
                    </a:ext>
                  </a:extLst>
                </a:gridCol>
              </a:tblGrid>
              <a:tr h="162308">
                <a:tc>
                  <a:txBody>
                    <a:bodyPr/>
                    <a:lstStyle/>
                    <a:p>
                      <a:pPr algn="ctr"/>
                      <a:r>
                        <a:rPr lang="zh-CN" altLang="en-US" sz="800" dirty="0">
                          <a:latin typeface="+mn-ea"/>
                          <a:ea typeface="+mn-ea"/>
                        </a:rPr>
                        <a:t>涉及模块</a:t>
                      </a:r>
                    </a:p>
                  </a:txBody>
                  <a:tcPr anchor="ctr">
                    <a:solidFill>
                      <a:schemeClr val="tx2">
                        <a:lumMod val="85000"/>
                      </a:schemeClr>
                    </a:solidFill>
                  </a:tcPr>
                </a:tc>
                <a:tc>
                  <a:txBody>
                    <a:bodyPr/>
                    <a:lstStyle/>
                    <a:p>
                      <a:pPr algn="ctr"/>
                      <a:r>
                        <a:rPr lang="zh-CN" altLang="en-US" sz="800" dirty="0">
                          <a:latin typeface="+mn-ea"/>
                          <a:ea typeface="+mn-ea"/>
                        </a:rPr>
                        <a:t>涉及文件</a:t>
                      </a:r>
                    </a:p>
                  </a:txBody>
                  <a:tcPr anchor="ctr">
                    <a:solidFill>
                      <a:schemeClr val="tx2">
                        <a:lumMod val="85000"/>
                      </a:schemeClr>
                    </a:solidFill>
                  </a:tcPr>
                </a:tc>
                <a:tc>
                  <a:txBody>
                    <a:bodyPr/>
                    <a:lstStyle/>
                    <a:p>
                      <a:pPr algn="ctr"/>
                      <a:r>
                        <a:rPr lang="zh-CN" altLang="en-US" sz="800" dirty="0">
                          <a:latin typeface="+mn-ea"/>
                          <a:ea typeface="+mn-ea"/>
                        </a:rPr>
                        <a:t>修改量（包含新增、删除）</a:t>
                      </a:r>
                    </a:p>
                  </a:txBody>
                  <a:tcPr anchor="ctr">
                    <a:solidFill>
                      <a:schemeClr val="tx2">
                        <a:lumMod val="85000"/>
                      </a:schemeClr>
                    </a:solidFill>
                  </a:tcPr>
                </a:tc>
                <a:extLst>
                  <a:ext uri="{0D108BD9-81ED-4DB2-BD59-A6C34878D82A}">
                    <a16:rowId xmlns:a16="http://schemas.microsoft.com/office/drawing/2014/main" val="351661696"/>
                  </a:ext>
                </a:extLst>
              </a:tr>
              <a:tr h="162308">
                <a:tc>
                  <a:txBody>
                    <a:bodyPr/>
                    <a:lstStyle/>
                    <a:p>
                      <a:pPr algn="ctr"/>
                      <a:r>
                        <a:rPr lang="zh-CN" altLang="en-US" sz="800" dirty="0">
                          <a:latin typeface="+mn-ea"/>
                          <a:ea typeface="+mn-ea"/>
                        </a:rPr>
                        <a:t>框架</a:t>
                      </a:r>
                    </a:p>
                  </a:txBody>
                  <a:tcPr/>
                </a:tc>
                <a:tc>
                  <a:txBody>
                    <a:bodyPr/>
                    <a:lstStyle/>
                    <a:p>
                      <a:pPr marL="0" marR="0" lvl="0" indent="0" algn="l" defTabSz="1187450" rtl="0" eaLnBrk="1" fontAlgn="auto" latinLnBrk="0" hangingPunct="1">
                        <a:lnSpc>
                          <a:spcPct val="100000"/>
                        </a:lnSpc>
                        <a:spcBef>
                          <a:spcPts val="0"/>
                        </a:spcBef>
                        <a:spcAft>
                          <a:spcPts val="0"/>
                        </a:spcAft>
                        <a:buClrTx/>
                        <a:buSzTx/>
                        <a:buFontTx/>
                        <a:buNone/>
                        <a:tabLst/>
                        <a:defRPr/>
                      </a:pPr>
                      <a:r>
                        <a:rPr lang="en-US" altLang="zh-CN" sz="800" dirty="0" err="1">
                          <a:latin typeface="+mn-ea"/>
                          <a:ea typeface="+mn-ea"/>
                        </a:rPr>
                        <a:t>Aclgraph</a:t>
                      </a:r>
                      <a:r>
                        <a:rPr lang="zh-CN" altLang="en-US" sz="800" dirty="0">
                          <a:latin typeface="+mn-ea"/>
                          <a:ea typeface="+mn-ea"/>
                        </a:rPr>
                        <a:t>、</a:t>
                      </a:r>
                      <a:r>
                        <a:rPr lang="en-US" altLang="zh-CN" sz="800" dirty="0">
                          <a:latin typeface="+mn-ea"/>
                          <a:ea typeface="+mn-ea"/>
                        </a:rPr>
                        <a:t>GDN</a:t>
                      </a:r>
                      <a:r>
                        <a:rPr lang="zh-CN" altLang="en-US" sz="800" dirty="0">
                          <a:latin typeface="+mn-ea"/>
                          <a:ea typeface="+mn-ea"/>
                        </a:rPr>
                        <a:t>等</a:t>
                      </a:r>
                      <a:r>
                        <a:rPr lang="en-US" altLang="zh-CN" sz="800" dirty="0">
                          <a:latin typeface="+mn-ea"/>
                          <a:ea typeface="+mn-ea"/>
                        </a:rPr>
                        <a:t>5</a:t>
                      </a:r>
                      <a:r>
                        <a:rPr lang="zh-CN" altLang="en-US" sz="800" dirty="0">
                          <a:latin typeface="+mn-ea"/>
                          <a:ea typeface="+mn-ea"/>
                        </a:rPr>
                        <a:t>个特性修改</a:t>
                      </a:r>
                      <a:endParaRPr lang="en-US" altLang="zh-CN" sz="800" dirty="0">
                        <a:latin typeface="+mn-ea"/>
                        <a:ea typeface="+mn-ea"/>
                      </a:endParaRPr>
                    </a:p>
                  </a:txBody>
                  <a:tcPr/>
                </a:tc>
                <a:tc>
                  <a:txBody>
                    <a:bodyPr/>
                    <a:lstStyle/>
                    <a:p>
                      <a:r>
                        <a:rPr lang="en-US" altLang="zh-CN" sz="800" dirty="0">
                          <a:latin typeface="+mn-ea"/>
                          <a:ea typeface="+mn-ea"/>
                        </a:rPr>
                        <a:t>1700+</a:t>
                      </a:r>
                      <a:r>
                        <a:rPr lang="zh-CN" altLang="en-US" sz="800" dirty="0">
                          <a:latin typeface="+mn-ea"/>
                          <a:ea typeface="+mn-ea"/>
                        </a:rPr>
                        <a:t> </a:t>
                      </a:r>
                      <a:r>
                        <a:rPr lang="en-US" altLang="zh-CN" sz="800" dirty="0">
                          <a:latin typeface="+mn-ea"/>
                          <a:ea typeface="+mn-ea"/>
                        </a:rPr>
                        <a:t>loc</a:t>
                      </a:r>
                      <a:endParaRPr lang="zh-CN" altLang="en-US" sz="800" dirty="0">
                        <a:latin typeface="+mn-ea"/>
                        <a:ea typeface="+mn-ea"/>
                      </a:endParaRPr>
                    </a:p>
                  </a:txBody>
                  <a:tcPr/>
                </a:tc>
                <a:extLst>
                  <a:ext uri="{0D108BD9-81ED-4DB2-BD59-A6C34878D82A}">
                    <a16:rowId xmlns:a16="http://schemas.microsoft.com/office/drawing/2014/main" val="2852474385"/>
                  </a:ext>
                </a:extLst>
              </a:tr>
              <a:tr h="162308">
                <a:tc>
                  <a:txBody>
                    <a:bodyPr/>
                    <a:lstStyle/>
                    <a:p>
                      <a:pPr algn="ctr"/>
                      <a:r>
                        <a:rPr lang="zh-CN" altLang="en-US" sz="800" dirty="0">
                          <a:latin typeface="+mn-ea"/>
                          <a:ea typeface="+mn-ea"/>
                        </a:rPr>
                        <a:t>算子</a:t>
                      </a:r>
                    </a:p>
                  </a:txBody>
                  <a:tcPr/>
                </a:tc>
                <a:tc>
                  <a:txBody>
                    <a:bodyPr/>
                    <a:lstStyle/>
                    <a:p>
                      <a:pPr marL="0" marR="0" lvl="0" indent="0" algn="l" defTabSz="1187450" rtl="0" eaLnBrk="1" fontAlgn="auto" latinLnBrk="0" hangingPunct="1">
                        <a:lnSpc>
                          <a:spcPct val="100000"/>
                        </a:lnSpc>
                        <a:spcBef>
                          <a:spcPts val="0"/>
                        </a:spcBef>
                        <a:spcAft>
                          <a:spcPts val="0"/>
                        </a:spcAft>
                        <a:buClrTx/>
                        <a:buSzTx/>
                        <a:buFontTx/>
                        <a:buNone/>
                        <a:tabLst/>
                        <a:defRPr/>
                      </a:pPr>
                      <a:r>
                        <a:rPr lang="en-US" altLang="zh-CN" sz="800" dirty="0">
                          <a:latin typeface="微软雅黑" panose="020B0503020204020204" pitchFamily="34" charset="-122"/>
                          <a:ea typeface="微软雅黑" panose="020B0503020204020204" pitchFamily="34" charset="-122"/>
                        </a:rPr>
                        <a:t>Causal Conv1d </a:t>
                      </a:r>
                      <a:r>
                        <a:rPr lang="zh-CN" altLang="en-US" sz="800" dirty="0">
                          <a:latin typeface="微软雅黑" panose="020B0503020204020204" pitchFamily="34" charset="-122"/>
                          <a:ea typeface="微软雅黑" panose="020B0503020204020204" pitchFamily="34" charset="-122"/>
                        </a:rPr>
                        <a:t>等</a:t>
                      </a:r>
                      <a:r>
                        <a:rPr lang="en-US" altLang="zh-CN" sz="800" dirty="0">
                          <a:latin typeface="微软雅黑" panose="020B0503020204020204" pitchFamily="34" charset="-122"/>
                          <a:ea typeface="微软雅黑" panose="020B0503020204020204" pitchFamily="34" charset="-122"/>
                        </a:rPr>
                        <a:t>2</a:t>
                      </a:r>
                      <a:r>
                        <a:rPr lang="zh-CN" altLang="en-US" sz="800" dirty="0">
                          <a:latin typeface="微软雅黑" panose="020B0503020204020204" pitchFamily="34" charset="-122"/>
                          <a:ea typeface="微软雅黑" panose="020B0503020204020204" pitchFamily="34" charset="-122"/>
                        </a:rPr>
                        <a:t>个算子修改</a:t>
                      </a:r>
                      <a:endParaRPr lang="en-US" altLang="zh-CN" sz="800" dirty="0">
                        <a:latin typeface="微软雅黑" panose="020B0503020204020204" pitchFamily="34" charset="-122"/>
                        <a:ea typeface="微软雅黑" panose="020B0503020204020204" pitchFamily="34" charset="-122"/>
                      </a:endParaRPr>
                    </a:p>
                  </a:txBody>
                  <a:tcPr/>
                </a:tc>
                <a:tc>
                  <a:txBody>
                    <a:bodyPr/>
                    <a:lstStyle/>
                    <a:p>
                      <a:r>
                        <a:rPr lang="en-US" altLang="zh-CN" sz="800" dirty="0">
                          <a:latin typeface="+mn-ea"/>
                          <a:ea typeface="+mn-ea"/>
                        </a:rPr>
                        <a:t>840 loc</a:t>
                      </a:r>
                      <a:endParaRPr lang="zh-CN" altLang="en-US" sz="800" dirty="0">
                        <a:latin typeface="+mn-ea"/>
                        <a:ea typeface="+mn-ea"/>
                      </a:endParaRPr>
                    </a:p>
                  </a:txBody>
                  <a:tcPr/>
                </a:tc>
                <a:extLst>
                  <a:ext uri="{0D108BD9-81ED-4DB2-BD59-A6C34878D82A}">
                    <a16:rowId xmlns:a16="http://schemas.microsoft.com/office/drawing/2014/main" val="1819187966"/>
                  </a:ext>
                </a:extLst>
              </a:tr>
              <a:tr h="162308">
                <a:tc>
                  <a:txBody>
                    <a:bodyPr/>
                    <a:lstStyle/>
                    <a:p>
                      <a:pPr algn="ctr"/>
                      <a:r>
                        <a:rPr lang="zh-CN" altLang="en-US" sz="800" dirty="0">
                          <a:latin typeface="+mn-ea"/>
                          <a:ea typeface="+mn-ea"/>
                        </a:rPr>
                        <a:t>测试用例</a:t>
                      </a:r>
                    </a:p>
                  </a:txBody>
                  <a:tcPr/>
                </a:tc>
                <a:tc>
                  <a:txBody>
                    <a:bodyPr/>
                    <a:lstStyle/>
                    <a:p>
                      <a:pPr marL="0" marR="0" lvl="0" indent="0" algn="l" defTabSz="1187450" rtl="0" eaLnBrk="1" fontAlgn="auto" latinLnBrk="0" hangingPunct="1">
                        <a:lnSpc>
                          <a:spcPct val="100000"/>
                        </a:lnSpc>
                        <a:spcBef>
                          <a:spcPts val="0"/>
                        </a:spcBef>
                        <a:spcAft>
                          <a:spcPts val="0"/>
                        </a:spcAft>
                        <a:buClrTx/>
                        <a:buSzTx/>
                        <a:buFontTx/>
                        <a:buNone/>
                        <a:tabLst/>
                        <a:defRPr/>
                      </a:pPr>
                      <a:r>
                        <a:rPr lang="en-US" altLang="zh-CN" sz="800" dirty="0">
                          <a:latin typeface="微软雅黑" panose="020B0503020204020204" pitchFamily="34" charset="-122"/>
                          <a:ea typeface="微软雅黑" panose="020B0503020204020204" pitchFamily="34" charset="-122"/>
                        </a:rPr>
                        <a:t>GDN/Causal Conv1d</a:t>
                      </a:r>
                      <a:r>
                        <a:rPr lang="zh-CN" altLang="en-US" sz="800" dirty="0">
                          <a:latin typeface="微软雅黑" panose="020B0503020204020204" pitchFamily="34" charset="-122"/>
                          <a:ea typeface="微软雅黑" panose="020B0503020204020204" pitchFamily="34" charset="-122"/>
                        </a:rPr>
                        <a:t>等</a:t>
                      </a:r>
                      <a:r>
                        <a:rPr lang="en-US" altLang="zh-CN" sz="800" dirty="0">
                          <a:latin typeface="微软雅黑" panose="020B0503020204020204" pitchFamily="34" charset="-122"/>
                          <a:ea typeface="微软雅黑" panose="020B0503020204020204" pitchFamily="34" charset="-122"/>
                        </a:rPr>
                        <a:t>10+</a:t>
                      </a:r>
                      <a:r>
                        <a:rPr lang="zh-CN" altLang="en-US" sz="800" dirty="0">
                          <a:latin typeface="微软雅黑" panose="020B0503020204020204" pitchFamily="34" charset="-122"/>
                          <a:ea typeface="微软雅黑" panose="020B0503020204020204" pitchFamily="34" charset="-122"/>
                        </a:rPr>
                        <a:t>用例</a:t>
                      </a:r>
                      <a:endParaRPr lang="en-US" altLang="zh-CN" sz="800" dirty="0">
                        <a:latin typeface="微软雅黑" panose="020B0503020204020204" pitchFamily="34" charset="-122"/>
                        <a:ea typeface="微软雅黑" panose="020B0503020204020204" pitchFamily="34" charset="-122"/>
                      </a:endParaRPr>
                    </a:p>
                  </a:txBody>
                  <a:tcPr/>
                </a:tc>
                <a:tc>
                  <a:txBody>
                    <a:bodyPr/>
                    <a:lstStyle/>
                    <a:p>
                      <a:r>
                        <a:rPr lang="en-US" altLang="zh-CN" sz="800" dirty="0">
                          <a:latin typeface="+mn-ea"/>
                          <a:ea typeface="+mn-ea"/>
                        </a:rPr>
                        <a:t>600 loc</a:t>
                      </a:r>
                      <a:endParaRPr lang="zh-CN" altLang="en-US" sz="800" dirty="0">
                        <a:latin typeface="+mn-ea"/>
                        <a:ea typeface="+mn-ea"/>
                      </a:endParaRPr>
                    </a:p>
                  </a:txBody>
                  <a:tcPr/>
                </a:tc>
                <a:extLst>
                  <a:ext uri="{0D108BD9-81ED-4DB2-BD59-A6C34878D82A}">
                    <a16:rowId xmlns:a16="http://schemas.microsoft.com/office/drawing/2014/main" val="245262951"/>
                  </a:ext>
                </a:extLst>
              </a:tr>
            </a:tbl>
          </a:graphicData>
        </a:graphic>
      </p:graphicFrame>
      <p:sp>
        <p:nvSpPr>
          <p:cNvPr id="5" name="矩形 4">
            <a:extLst>
              <a:ext uri="{FF2B5EF4-FFF2-40B4-BE49-F238E27FC236}">
                <a16:creationId xmlns:a16="http://schemas.microsoft.com/office/drawing/2014/main" id="{6E305B67-7470-4F76-9ECE-CDE5E59628B8}"/>
              </a:ext>
            </a:extLst>
          </p:cNvPr>
          <p:cNvSpPr/>
          <p:nvPr/>
        </p:nvSpPr>
        <p:spPr>
          <a:xfrm>
            <a:off x="6121109" y="2936473"/>
            <a:ext cx="782587" cy="215444"/>
          </a:xfrm>
          <a:prstGeom prst="rect">
            <a:avLst/>
          </a:prstGeom>
        </p:spPr>
        <p:txBody>
          <a:bodyPr wrap="none">
            <a:spAutoFit/>
          </a:bodyPr>
          <a:lstStyle/>
          <a:p>
            <a:r>
              <a:rPr lang="zh-CN" altLang="en-US" sz="800" b="1" dirty="0"/>
              <a:t>使用</a:t>
            </a:r>
            <a:r>
              <a:rPr lang="en-US" altLang="zh-CN" sz="800" b="1" dirty="0"/>
              <a:t>Agent</a:t>
            </a:r>
            <a:r>
              <a:rPr lang="zh-CN" altLang="en-US" sz="800" b="1" dirty="0"/>
              <a:t>前</a:t>
            </a:r>
          </a:p>
        </p:txBody>
      </p:sp>
      <p:sp>
        <p:nvSpPr>
          <p:cNvPr id="100" name="矩形 99">
            <a:extLst>
              <a:ext uri="{FF2B5EF4-FFF2-40B4-BE49-F238E27FC236}">
                <a16:creationId xmlns:a16="http://schemas.microsoft.com/office/drawing/2014/main" id="{ED74DC7A-52F9-4527-9059-8BE6A85DB24A}"/>
              </a:ext>
            </a:extLst>
          </p:cNvPr>
          <p:cNvSpPr/>
          <p:nvPr/>
        </p:nvSpPr>
        <p:spPr>
          <a:xfrm>
            <a:off x="6115507" y="3836968"/>
            <a:ext cx="782587" cy="215444"/>
          </a:xfrm>
          <a:prstGeom prst="rect">
            <a:avLst/>
          </a:prstGeom>
        </p:spPr>
        <p:txBody>
          <a:bodyPr wrap="none">
            <a:spAutoFit/>
          </a:bodyPr>
          <a:lstStyle/>
          <a:p>
            <a:r>
              <a:rPr lang="zh-CN" altLang="en-US" sz="800" b="1" dirty="0"/>
              <a:t>使用</a:t>
            </a:r>
            <a:r>
              <a:rPr lang="en-US" altLang="zh-CN" sz="800" b="1" dirty="0"/>
              <a:t>Agent</a:t>
            </a:r>
            <a:r>
              <a:rPr lang="zh-CN" altLang="en-US" sz="800" b="1" dirty="0"/>
              <a:t>后</a:t>
            </a:r>
          </a:p>
        </p:txBody>
      </p:sp>
      <p:sp>
        <p:nvSpPr>
          <p:cNvPr id="107" name="矩形 106">
            <a:extLst>
              <a:ext uri="{FF2B5EF4-FFF2-40B4-BE49-F238E27FC236}">
                <a16:creationId xmlns:a16="http://schemas.microsoft.com/office/drawing/2014/main" id="{C30A3911-D4A5-4E24-B03C-8ADBF7227FFB}"/>
              </a:ext>
            </a:extLst>
          </p:cNvPr>
          <p:cNvSpPr/>
          <p:nvPr/>
        </p:nvSpPr>
        <p:spPr>
          <a:xfrm>
            <a:off x="3127266" y="1931506"/>
            <a:ext cx="2829801" cy="819010"/>
          </a:xfrm>
          <a:prstGeom prst="rect">
            <a:avLst/>
          </a:prstGeom>
          <a:solidFill>
            <a:srgbClr val="FFFFFF"/>
          </a:solidFill>
          <a:ln w="22225" cap="flat" cmpd="sng" algn="ctr">
            <a:noFill/>
            <a:prstDash val="solid"/>
            <a:miter lim="800000"/>
          </a:ln>
          <a:effectLst/>
        </p:spPr>
        <p:txBody>
          <a:bodyPr rot="0" spcFirstLastPara="0" vertOverflow="overflow" horzOverflow="overflow" vert="horz" wrap="square" lIns="91368" tIns="45684" rIns="91368" bIns="45684" numCol="1" spcCol="0" rtlCol="0" fromWordArt="0" anchor="ctr" anchorCtr="0" forceAA="0" compatLnSpc="1">
            <a:noAutofit/>
          </a:bodyPr>
          <a:lstStyle/>
          <a:p>
            <a:pPr algn="ctr" defTabSz="913765">
              <a:defRPr/>
            </a:pPr>
            <a:r>
              <a:rPr lang="zh-CN" altLang="en-US" sz="1000" b="1" dirty="0">
                <a:solidFill>
                  <a:schemeClr val="accent1"/>
                </a:solidFill>
                <a:latin typeface="+mn-ea"/>
              </a:rPr>
              <a:t>①</a:t>
            </a:r>
            <a:r>
              <a:rPr lang="en-US" altLang="zh-CN" sz="1000" b="1" dirty="0">
                <a:solidFill>
                  <a:srgbClr val="1D1D1A"/>
                </a:solidFill>
                <a:latin typeface="+mn-ea"/>
              </a:rPr>
              <a:t>Profiling</a:t>
            </a:r>
            <a:r>
              <a:rPr lang="zh-CN" altLang="en-US" sz="1000" b="1" dirty="0">
                <a:solidFill>
                  <a:srgbClr val="1D1D1A"/>
                </a:solidFill>
                <a:latin typeface="+mn-ea"/>
              </a:rPr>
              <a:t>分析</a:t>
            </a:r>
            <a:r>
              <a:rPr lang="en-US" altLang="zh-CN" sz="1000" b="1" dirty="0">
                <a:solidFill>
                  <a:srgbClr val="1D1D1A"/>
                </a:solidFill>
                <a:latin typeface="+mn-ea"/>
              </a:rPr>
              <a:t>workflow</a:t>
            </a:r>
          </a:p>
          <a:p>
            <a:pPr defTabSz="913765">
              <a:defRPr/>
            </a:pPr>
            <a:r>
              <a:rPr lang="zh-CN" altLang="en-US" sz="1000" dirty="0">
                <a:solidFill>
                  <a:srgbClr val="1D1D1A"/>
                </a:solidFill>
                <a:latin typeface="Huawei Sans" panose="020B0604020202020204"/>
              </a:rPr>
              <a:t>通过将</a:t>
            </a:r>
            <a:r>
              <a:rPr lang="en-US" altLang="zh-CN" sz="1000" b="1" dirty="0">
                <a:solidFill>
                  <a:srgbClr val="1D1D1A"/>
                </a:solidFill>
                <a:latin typeface="Huawei Sans" panose="020B0604020202020204"/>
              </a:rPr>
              <a:t>profiling</a:t>
            </a:r>
            <a:r>
              <a:rPr lang="zh-CN" altLang="en-US" sz="1000" b="1" dirty="0">
                <a:solidFill>
                  <a:srgbClr val="1D1D1A"/>
                </a:solidFill>
                <a:latin typeface="Huawei Sans" panose="020B0604020202020204"/>
              </a:rPr>
              <a:t>采集、拆解、异常点分析</a:t>
            </a:r>
            <a:r>
              <a:rPr lang="zh-CN" altLang="en-US" sz="1000" dirty="0">
                <a:solidFill>
                  <a:srgbClr val="1D1D1A"/>
                </a:solidFill>
                <a:latin typeface="Huawei Sans" panose="020B0604020202020204"/>
              </a:rPr>
              <a:t>等子</a:t>
            </a:r>
            <a:r>
              <a:rPr lang="en-US" altLang="zh-CN" sz="1000" dirty="0">
                <a:solidFill>
                  <a:srgbClr val="1D1D1A"/>
                </a:solidFill>
                <a:latin typeface="Huawei Sans" panose="020B0604020202020204"/>
              </a:rPr>
              <a:t>skill</a:t>
            </a:r>
            <a:r>
              <a:rPr lang="zh-CN" altLang="en-US" sz="1000" dirty="0">
                <a:solidFill>
                  <a:srgbClr val="1D1D1A"/>
                </a:solidFill>
                <a:latin typeface="Huawei Sans" panose="020B0604020202020204"/>
              </a:rPr>
              <a:t>合并为</a:t>
            </a:r>
            <a:r>
              <a:rPr lang="en-US" altLang="zh-CN" sz="1000" b="1" dirty="0">
                <a:solidFill>
                  <a:schemeClr val="accent1"/>
                </a:solidFill>
                <a:latin typeface="Huawei Sans" panose="020B0604020202020204"/>
              </a:rPr>
              <a:t>agent</a:t>
            </a:r>
            <a:r>
              <a:rPr lang="zh-CN" altLang="en-US" sz="1000" b="1" dirty="0">
                <a:solidFill>
                  <a:schemeClr val="accent1"/>
                </a:solidFill>
                <a:latin typeface="Huawei Sans" panose="020B0604020202020204"/>
              </a:rPr>
              <a:t>全自动工作流</a:t>
            </a:r>
            <a:r>
              <a:rPr lang="zh-CN" altLang="en-US" sz="1000" b="1" dirty="0">
                <a:solidFill>
                  <a:srgbClr val="1D1D1A"/>
                </a:solidFill>
                <a:latin typeface="Huawei Sans" panose="020B0604020202020204"/>
              </a:rPr>
              <a:t>。</a:t>
            </a:r>
            <a:endParaRPr lang="en-US" altLang="zh-CN" sz="1000" b="1" dirty="0">
              <a:solidFill>
                <a:srgbClr val="1D1D1A"/>
              </a:solidFill>
              <a:latin typeface="Huawei Sans" panose="020B0604020202020204"/>
            </a:endParaRPr>
          </a:p>
          <a:p>
            <a:pPr defTabSz="913765">
              <a:defRPr/>
            </a:pPr>
            <a:r>
              <a:rPr lang="zh-CN" altLang="en-US" sz="1000" dirty="0">
                <a:solidFill>
                  <a:srgbClr val="1D1D1A"/>
                </a:solidFill>
                <a:latin typeface="Huawei Sans" panose="020B0604020202020204"/>
              </a:rPr>
              <a:t>将</a:t>
            </a:r>
            <a:r>
              <a:rPr lang="en-US" altLang="zh-CN" sz="1000" dirty="0">
                <a:solidFill>
                  <a:srgbClr val="1D1D1A"/>
                </a:solidFill>
                <a:latin typeface="Huawei Sans" panose="020B0604020202020204"/>
              </a:rPr>
              <a:t>profiling</a:t>
            </a:r>
            <a:r>
              <a:rPr lang="zh-CN" altLang="en-US" sz="1000" dirty="0">
                <a:solidFill>
                  <a:srgbClr val="1D1D1A"/>
                </a:solidFill>
                <a:latin typeface="Huawei Sans" panose="020B0604020202020204"/>
              </a:rPr>
              <a:t>相关环节耗时</a:t>
            </a:r>
            <a:r>
              <a:rPr lang="zh-CN" altLang="en-US" sz="1000" b="1" dirty="0">
                <a:solidFill>
                  <a:schemeClr val="accent1"/>
                </a:solidFill>
                <a:latin typeface="Huawei Sans" panose="020B0604020202020204"/>
              </a:rPr>
              <a:t>由</a:t>
            </a:r>
            <a:r>
              <a:rPr lang="en-US" altLang="zh-CN" sz="1000" b="1" dirty="0">
                <a:solidFill>
                  <a:schemeClr val="accent1"/>
                </a:solidFill>
                <a:latin typeface="Huawei Sans" panose="020B0604020202020204"/>
              </a:rPr>
              <a:t>8</a:t>
            </a:r>
            <a:r>
              <a:rPr lang="zh-CN" altLang="en-US" sz="1000" b="1" dirty="0">
                <a:solidFill>
                  <a:schemeClr val="accent1"/>
                </a:solidFill>
                <a:latin typeface="Huawei Sans" panose="020B0604020202020204"/>
              </a:rPr>
              <a:t>小时减少到</a:t>
            </a:r>
            <a:r>
              <a:rPr lang="en-US" altLang="zh-CN" sz="1000" b="1" dirty="0">
                <a:solidFill>
                  <a:schemeClr val="accent1"/>
                </a:solidFill>
                <a:latin typeface="Huawei Sans" panose="020B0604020202020204"/>
              </a:rPr>
              <a:t>30</a:t>
            </a:r>
            <a:r>
              <a:rPr lang="zh-CN" altLang="en-US" sz="1000" b="1" dirty="0">
                <a:solidFill>
                  <a:schemeClr val="accent1"/>
                </a:solidFill>
                <a:latin typeface="Huawei Sans" panose="020B0604020202020204"/>
              </a:rPr>
              <a:t>分钟</a:t>
            </a:r>
          </a:p>
        </p:txBody>
      </p:sp>
      <p:sp>
        <p:nvSpPr>
          <p:cNvPr id="134" name="矩形 133">
            <a:extLst>
              <a:ext uri="{FF2B5EF4-FFF2-40B4-BE49-F238E27FC236}">
                <a16:creationId xmlns:a16="http://schemas.microsoft.com/office/drawing/2014/main" id="{BBFAE7CB-2EF9-4FFD-9F05-6DBEE50CEFCE}"/>
              </a:ext>
            </a:extLst>
          </p:cNvPr>
          <p:cNvSpPr/>
          <p:nvPr/>
        </p:nvSpPr>
        <p:spPr>
          <a:xfrm>
            <a:off x="3041893" y="2909491"/>
            <a:ext cx="2888006" cy="819010"/>
          </a:xfrm>
          <a:prstGeom prst="rect">
            <a:avLst/>
          </a:prstGeom>
          <a:solidFill>
            <a:srgbClr val="FFFFFF"/>
          </a:solidFill>
          <a:ln w="22225" cap="flat" cmpd="sng" algn="ctr">
            <a:noFill/>
            <a:prstDash val="solid"/>
            <a:miter lim="800000"/>
          </a:ln>
          <a:effectLst/>
        </p:spPr>
        <p:txBody>
          <a:bodyPr rot="0" spcFirstLastPara="0" vertOverflow="overflow" horzOverflow="overflow" vert="horz" wrap="square" lIns="91368" tIns="45684" rIns="91368" bIns="45684" numCol="1" spcCol="0" rtlCol="0" fromWordArt="0" anchor="ctr" anchorCtr="0" forceAA="0" compatLnSpc="1">
            <a:noAutofit/>
          </a:bodyPr>
          <a:lstStyle/>
          <a:p>
            <a:pPr algn="ctr" defTabSz="913765">
              <a:defRPr/>
            </a:pPr>
            <a:r>
              <a:rPr lang="zh-CN" altLang="en-US" sz="1000" b="1" dirty="0">
                <a:solidFill>
                  <a:schemeClr val="accent1"/>
                </a:solidFill>
                <a:latin typeface="+mn-ea"/>
              </a:rPr>
              <a:t>②</a:t>
            </a:r>
            <a:r>
              <a:rPr lang="en-US" altLang="zh-CN" sz="1000" b="1" dirty="0">
                <a:solidFill>
                  <a:srgbClr val="1D1D1A"/>
                </a:solidFill>
                <a:latin typeface="+mn-ea"/>
              </a:rPr>
              <a:t>Auto Research Agent</a:t>
            </a:r>
          </a:p>
          <a:p>
            <a:pPr defTabSz="913765">
              <a:defRPr/>
            </a:pPr>
            <a:r>
              <a:rPr lang="zh-CN" altLang="en-US" sz="1000" dirty="0">
                <a:solidFill>
                  <a:srgbClr val="1D1D1A"/>
                </a:solidFill>
                <a:latin typeface="Huawei Sans" panose="020B0604020202020204"/>
              </a:rPr>
              <a:t>通过</a:t>
            </a:r>
            <a:r>
              <a:rPr lang="zh-CN" altLang="en-US" sz="1000" b="1" dirty="0">
                <a:solidFill>
                  <a:srgbClr val="1D1D1A"/>
                </a:solidFill>
                <a:latin typeface="Huawei Sans" panose="020B0604020202020204"/>
              </a:rPr>
              <a:t>问题定义、信息抽取、路由决策</a:t>
            </a:r>
            <a:r>
              <a:rPr lang="zh-CN" altLang="en-US" sz="1000" dirty="0">
                <a:solidFill>
                  <a:srgbClr val="1D1D1A"/>
                </a:solidFill>
                <a:latin typeface="Huawei Sans" panose="020B0604020202020204"/>
              </a:rPr>
              <a:t>等流程将领域洞察及代码仓分析</a:t>
            </a:r>
            <a:r>
              <a:rPr lang="zh-CN" altLang="en-US" sz="1000" dirty="0">
                <a:solidFill>
                  <a:srgbClr val="1D1D1A"/>
                </a:solidFill>
                <a:latin typeface="+mn-ea"/>
              </a:rPr>
              <a:t>提取的信息进行精炼</a:t>
            </a:r>
            <a:r>
              <a:rPr lang="zh-CN" altLang="en-US" sz="1000" b="1" dirty="0">
                <a:solidFill>
                  <a:schemeClr val="accent1"/>
                </a:solidFill>
                <a:latin typeface="+mn-ea"/>
              </a:rPr>
              <a:t>形成结论及组成知识库</a:t>
            </a:r>
            <a:r>
              <a:rPr lang="zh-CN" altLang="en-US" sz="1000" b="1" dirty="0">
                <a:latin typeface="+mn-ea"/>
              </a:rPr>
              <a:t>。</a:t>
            </a:r>
            <a:endParaRPr lang="en-US" altLang="zh-CN" sz="1000" b="1" dirty="0">
              <a:latin typeface="+mn-ea"/>
            </a:endParaRPr>
          </a:p>
          <a:p>
            <a:pPr defTabSz="913765">
              <a:defRPr/>
            </a:pPr>
            <a:r>
              <a:rPr lang="zh-CN" altLang="en-US" sz="1000" dirty="0">
                <a:solidFill>
                  <a:srgbClr val="1D1D1A"/>
                </a:solidFill>
                <a:latin typeface="+mn-ea"/>
              </a:rPr>
              <a:t>相关环节耗时</a:t>
            </a:r>
            <a:r>
              <a:rPr lang="zh-CN" altLang="en-US" sz="1000" b="1" dirty="0">
                <a:solidFill>
                  <a:schemeClr val="accent1"/>
                </a:solidFill>
                <a:latin typeface="+mn-ea"/>
              </a:rPr>
              <a:t>由</a:t>
            </a:r>
            <a:r>
              <a:rPr lang="en-US" altLang="zh-CN" sz="1000" b="1" dirty="0">
                <a:solidFill>
                  <a:schemeClr val="accent1"/>
                </a:solidFill>
                <a:latin typeface="+mn-ea"/>
              </a:rPr>
              <a:t>2</a:t>
            </a:r>
            <a:r>
              <a:rPr lang="zh-CN" altLang="en-US" sz="1000" b="1" dirty="0">
                <a:solidFill>
                  <a:schemeClr val="accent1"/>
                </a:solidFill>
                <a:latin typeface="+mn-ea"/>
              </a:rPr>
              <a:t>天减少到</a:t>
            </a:r>
            <a:r>
              <a:rPr lang="en-US" altLang="zh-CN" sz="1000" b="1" dirty="0">
                <a:solidFill>
                  <a:schemeClr val="accent1"/>
                </a:solidFill>
                <a:latin typeface="+mn-ea"/>
              </a:rPr>
              <a:t>1</a:t>
            </a:r>
            <a:r>
              <a:rPr lang="zh-CN" altLang="en-US" sz="1000" b="1" dirty="0">
                <a:solidFill>
                  <a:schemeClr val="accent1"/>
                </a:solidFill>
                <a:latin typeface="+mn-ea"/>
              </a:rPr>
              <a:t>小时</a:t>
            </a:r>
            <a:endParaRPr lang="zh-CN" altLang="en-US" sz="1000" b="1" dirty="0">
              <a:solidFill>
                <a:schemeClr val="accent1"/>
              </a:solidFill>
              <a:latin typeface="Huawei Sans" panose="020B0604020202020204"/>
            </a:endParaRPr>
          </a:p>
        </p:txBody>
      </p:sp>
      <p:graphicFrame>
        <p:nvGraphicFramePr>
          <p:cNvPr id="20" name="表格 19">
            <a:extLst>
              <a:ext uri="{FF2B5EF4-FFF2-40B4-BE49-F238E27FC236}">
                <a16:creationId xmlns:a16="http://schemas.microsoft.com/office/drawing/2014/main" id="{0396E8C9-DE7E-473D-9BF9-2108291868B3}"/>
              </a:ext>
            </a:extLst>
          </p:cNvPr>
          <p:cNvGraphicFramePr>
            <a:graphicFrameLocks noGrp="1"/>
          </p:cNvGraphicFramePr>
          <p:nvPr>
            <p:extLst>
              <p:ext uri="{D42A27DB-BD31-4B8C-83A1-F6EECF244321}">
                <p14:modId xmlns:p14="http://schemas.microsoft.com/office/powerpoint/2010/main" val="965560375"/>
              </p:ext>
            </p:extLst>
          </p:nvPr>
        </p:nvGraphicFramePr>
        <p:xfrm>
          <a:off x="802966" y="4851453"/>
          <a:ext cx="4767153" cy="1188720"/>
        </p:xfrm>
        <a:graphic>
          <a:graphicData uri="http://schemas.openxmlformats.org/drawingml/2006/table">
            <a:tbl>
              <a:tblPr firstRow="1" bandRow="1">
                <a:tableStyleId>{5940675A-B579-460E-94D1-54222C63F5DA}</a:tableStyleId>
              </a:tblPr>
              <a:tblGrid>
                <a:gridCol w="1954089">
                  <a:extLst>
                    <a:ext uri="{9D8B030D-6E8A-4147-A177-3AD203B41FA5}">
                      <a16:colId xmlns:a16="http://schemas.microsoft.com/office/drawing/2014/main" val="2139941028"/>
                    </a:ext>
                  </a:extLst>
                </a:gridCol>
                <a:gridCol w="561109">
                  <a:extLst>
                    <a:ext uri="{9D8B030D-6E8A-4147-A177-3AD203B41FA5}">
                      <a16:colId xmlns:a16="http://schemas.microsoft.com/office/drawing/2014/main" val="3595092512"/>
                    </a:ext>
                  </a:extLst>
                </a:gridCol>
                <a:gridCol w="2251955">
                  <a:extLst>
                    <a:ext uri="{9D8B030D-6E8A-4147-A177-3AD203B41FA5}">
                      <a16:colId xmlns:a16="http://schemas.microsoft.com/office/drawing/2014/main" val="38820920"/>
                    </a:ext>
                  </a:extLst>
                </a:gridCol>
              </a:tblGrid>
              <a:tr h="217866">
                <a:tc>
                  <a:txBody>
                    <a:bodyPr/>
                    <a:lstStyle/>
                    <a:p>
                      <a:pPr algn="ctr"/>
                      <a:r>
                        <a:rPr lang="zh-CN" altLang="en-US" sz="1000" b="1" dirty="0"/>
                        <a:t>挑战</a:t>
                      </a:r>
                    </a:p>
                  </a:txBody>
                  <a:tcPr/>
                </a:tc>
                <a:tc rowSpan="3">
                  <a:txBody>
                    <a:bodyPr/>
                    <a:lstStyle/>
                    <a:p>
                      <a:endParaRPr lang="zh-CN" altLang="en-US" sz="1000" dirty="0"/>
                    </a:p>
                  </a:txBody>
                  <a:tcPr/>
                </a:tc>
                <a:tc>
                  <a:txBody>
                    <a:bodyPr/>
                    <a:lstStyle/>
                    <a:p>
                      <a:pPr marL="0" algn="ctr" defTabSz="1187450" rtl="0" eaLnBrk="1" latinLnBrk="0" hangingPunct="1"/>
                      <a:r>
                        <a:rPr lang="zh-CN" altLang="en-US" sz="1000" b="1" kern="1200" dirty="0">
                          <a:solidFill>
                            <a:schemeClr val="tx1"/>
                          </a:solidFill>
                          <a:latin typeface="+mn-lt"/>
                          <a:ea typeface="+mn-ea"/>
                          <a:cs typeface="+mn-cs"/>
                        </a:rPr>
                        <a:t>解决方案</a:t>
                      </a:r>
                    </a:p>
                  </a:txBody>
                  <a:tcPr/>
                </a:tc>
                <a:extLst>
                  <a:ext uri="{0D108BD9-81ED-4DB2-BD59-A6C34878D82A}">
                    <a16:rowId xmlns:a16="http://schemas.microsoft.com/office/drawing/2014/main" val="1519406461"/>
                  </a:ext>
                </a:extLst>
              </a:tr>
              <a:tr h="526247">
                <a:tc>
                  <a:txBody>
                    <a:bodyPr/>
                    <a:lstStyle/>
                    <a:p>
                      <a:pPr marL="0" marR="0" lvl="0" indent="0" algn="l" defTabSz="1187450" rtl="0" eaLnBrk="1" fontAlgn="auto" latinLnBrk="0" hangingPunct="1">
                        <a:lnSpc>
                          <a:spcPct val="100000"/>
                        </a:lnSpc>
                        <a:spcBef>
                          <a:spcPts val="0"/>
                        </a:spcBef>
                        <a:spcAft>
                          <a:spcPts val="0"/>
                        </a:spcAft>
                        <a:buClrTx/>
                        <a:buSzTx/>
                        <a:buFontTx/>
                        <a:buNone/>
                        <a:tabLst/>
                        <a:defRPr/>
                      </a:pPr>
                      <a:r>
                        <a:rPr lang="zh-CN" altLang="en-US" sz="1000" dirty="0">
                          <a:latin typeface="微软雅黑" panose="020B0503020204020204" pitchFamily="34" charset="-122"/>
                          <a:ea typeface="微软雅黑" panose="020B0503020204020204" pitchFamily="34" charset="-122"/>
                        </a:rPr>
                        <a:t>当前</a:t>
                      </a:r>
                      <a:r>
                        <a:rPr lang="en-US" altLang="zh-CN" sz="1000" dirty="0">
                          <a:latin typeface="微软雅黑" panose="020B0503020204020204" pitchFamily="34" charset="-122"/>
                          <a:ea typeface="微软雅黑" panose="020B0503020204020204" pitchFamily="34" charset="-122"/>
                        </a:rPr>
                        <a:t>Agent</a:t>
                      </a:r>
                      <a:r>
                        <a:rPr lang="zh-CN" altLang="en-US" sz="1000" dirty="0">
                          <a:latin typeface="微软雅黑" panose="020B0503020204020204" pitchFamily="34" charset="-122"/>
                          <a:ea typeface="微软雅黑" panose="020B0503020204020204" pitchFamily="34" charset="-122"/>
                        </a:rPr>
                        <a:t>缺乏昇腾相关知识库，</a:t>
                      </a:r>
                      <a:r>
                        <a:rPr lang="zh-CN" altLang="en-US" sz="1000" dirty="0">
                          <a:solidFill>
                            <a:srgbClr val="C00000"/>
                          </a:solidFill>
                          <a:latin typeface="微软雅黑" panose="020B0503020204020204" pitchFamily="34" charset="-122"/>
                          <a:ea typeface="微软雅黑" panose="020B0503020204020204" pitchFamily="34" charset="-122"/>
                        </a:rPr>
                        <a:t>使用互联网检索和知识获取效率低</a:t>
                      </a:r>
                      <a:endParaRPr lang="en-US" altLang="zh-CN" sz="1000" dirty="0">
                        <a:solidFill>
                          <a:srgbClr val="C00000"/>
                        </a:solidFill>
                        <a:latin typeface="微软雅黑" panose="020B0503020204020204" pitchFamily="34" charset="-122"/>
                        <a:ea typeface="微软雅黑" panose="020B0503020204020204" pitchFamily="34" charset="-122"/>
                      </a:endParaRPr>
                    </a:p>
                  </a:txBody>
                  <a:tcPr/>
                </a:tc>
                <a:tc vMerge="1">
                  <a:txBody>
                    <a:bodyPr/>
                    <a:lstStyle/>
                    <a:p>
                      <a:endParaRPr lang="zh-CN" altLang="en-US" sz="1000"/>
                    </a:p>
                  </a:txBody>
                  <a:tcPr/>
                </a:tc>
                <a:tc>
                  <a:txBody>
                    <a:bodyPr/>
                    <a:lstStyle/>
                    <a:p>
                      <a:r>
                        <a:rPr lang="zh-CN" altLang="en-US" sz="1000" dirty="0"/>
                        <a:t>通过</a:t>
                      </a:r>
                      <a:r>
                        <a:rPr lang="en-US" altLang="zh-CN" sz="1000" dirty="0"/>
                        <a:t>Auto Research</a:t>
                      </a:r>
                      <a:r>
                        <a:rPr lang="zh-CN" altLang="en-US" sz="1000" dirty="0"/>
                        <a:t>等流程高效分析互联网语料</a:t>
                      </a:r>
                      <a:r>
                        <a:rPr lang="zh-CN" altLang="en-US" sz="1000" dirty="0">
                          <a:solidFill>
                            <a:srgbClr val="C00000"/>
                          </a:solidFill>
                        </a:rPr>
                        <a:t>形成知识库辅助决策</a:t>
                      </a:r>
                    </a:p>
                  </a:txBody>
                  <a:tcPr/>
                </a:tc>
                <a:extLst>
                  <a:ext uri="{0D108BD9-81ED-4DB2-BD59-A6C34878D82A}">
                    <a16:rowId xmlns:a16="http://schemas.microsoft.com/office/drawing/2014/main" val="1242010083"/>
                  </a:ext>
                </a:extLst>
              </a:tr>
              <a:tr h="380067">
                <a:tc>
                  <a:txBody>
                    <a:bodyPr/>
                    <a:lstStyle/>
                    <a:p>
                      <a:pPr marL="0" marR="0" lvl="0" indent="0" algn="l" defTabSz="1187450" rtl="0" eaLnBrk="1" fontAlgn="auto" latinLnBrk="0" hangingPunct="1">
                        <a:lnSpc>
                          <a:spcPct val="100000"/>
                        </a:lnSpc>
                        <a:spcBef>
                          <a:spcPts val="0"/>
                        </a:spcBef>
                        <a:spcAft>
                          <a:spcPts val="0"/>
                        </a:spcAft>
                        <a:buClrTx/>
                        <a:buSzTx/>
                        <a:buFontTx/>
                        <a:buNone/>
                        <a:tabLst/>
                        <a:defRPr/>
                      </a:pPr>
                      <a:r>
                        <a:rPr lang="zh-CN" altLang="en-US" sz="1000" dirty="0">
                          <a:latin typeface="微软雅黑" panose="020B0503020204020204" pitchFamily="34" charset="-122"/>
                          <a:ea typeface="微软雅黑" panose="020B0503020204020204" pitchFamily="34" charset="-122"/>
                        </a:rPr>
                        <a:t>单</a:t>
                      </a:r>
                      <a:r>
                        <a:rPr lang="en-US" altLang="zh-CN" sz="1000" dirty="0">
                          <a:latin typeface="微软雅黑" panose="020B0503020204020204" pitchFamily="34" charset="-122"/>
                          <a:ea typeface="微软雅黑" panose="020B0503020204020204" pitchFamily="34" charset="-122"/>
                        </a:rPr>
                        <a:t> Agent</a:t>
                      </a:r>
                      <a:r>
                        <a:rPr lang="zh-CN" altLang="en-US" sz="1000" dirty="0">
                          <a:latin typeface="微软雅黑" panose="020B0503020204020204" pitchFamily="34" charset="-122"/>
                          <a:ea typeface="微软雅黑" panose="020B0503020204020204" pitchFamily="34" charset="-122"/>
                        </a:rPr>
                        <a:t>容易受到</a:t>
                      </a:r>
                      <a:r>
                        <a:rPr lang="zh-CN" altLang="en-US" sz="1000" dirty="0">
                          <a:solidFill>
                            <a:srgbClr val="C00000"/>
                          </a:solidFill>
                          <a:latin typeface="微软雅黑" panose="020B0503020204020204" pitchFamily="34" charset="-122"/>
                          <a:ea typeface="微软雅黑" panose="020B0503020204020204" pitchFamily="34" charset="-122"/>
                        </a:rPr>
                        <a:t>单一视角及上下文影响</a:t>
                      </a:r>
                      <a:endParaRPr lang="en-US" altLang="zh-CN" sz="1000" dirty="0">
                        <a:solidFill>
                          <a:srgbClr val="C00000"/>
                        </a:solidFill>
                        <a:latin typeface="微软雅黑" panose="020B0503020204020204" pitchFamily="34" charset="-122"/>
                        <a:ea typeface="微软雅黑" panose="020B0503020204020204" pitchFamily="34" charset="-122"/>
                      </a:endParaRPr>
                    </a:p>
                  </a:txBody>
                  <a:tcPr/>
                </a:tc>
                <a:tc vMerge="1">
                  <a:txBody>
                    <a:bodyPr/>
                    <a:lstStyle/>
                    <a:p>
                      <a:endParaRPr lang="zh-CN" altLang="en-US" sz="1000" dirty="0"/>
                    </a:p>
                  </a:txBody>
                  <a:tcPr/>
                </a:tc>
                <a:tc>
                  <a:txBody>
                    <a:bodyPr/>
                    <a:lstStyle/>
                    <a:p>
                      <a:r>
                        <a:rPr lang="zh-CN" altLang="en-US" sz="1000" dirty="0"/>
                        <a:t>通过</a:t>
                      </a:r>
                      <a:r>
                        <a:rPr lang="zh-CN" altLang="en-US" sz="1000" dirty="0">
                          <a:solidFill>
                            <a:srgbClr val="C00000"/>
                          </a:solidFill>
                        </a:rPr>
                        <a:t>多</a:t>
                      </a:r>
                      <a:r>
                        <a:rPr lang="en-US" altLang="zh-CN" sz="1000" dirty="0">
                          <a:solidFill>
                            <a:srgbClr val="C00000"/>
                          </a:solidFill>
                        </a:rPr>
                        <a:t>Agent</a:t>
                      </a:r>
                      <a:r>
                        <a:rPr lang="zh-CN" altLang="en-US" sz="1000" dirty="0">
                          <a:solidFill>
                            <a:srgbClr val="C00000"/>
                          </a:solidFill>
                        </a:rPr>
                        <a:t>以不同视角</a:t>
                      </a:r>
                      <a:r>
                        <a:rPr lang="zh-CN" altLang="en-US" sz="1000" dirty="0"/>
                        <a:t>提出方案</a:t>
                      </a:r>
                    </a:p>
                  </a:txBody>
                  <a:tcPr/>
                </a:tc>
                <a:extLst>
                  <a:ext uri="{0D108BD9-81ED-4DB2-BD59-A6C34878D82A}">
                    <a16:rowId xmlns:a16="http://schemas.microsoft.com/office/drawing/2014/main" val="3060176799"/>
                  </a:ext>
                </a:extLst>
              </a:tr>
            </a:tbl>
          </a:graphicData>
        </a:graphic>
      </p:graphicFrame>
      <p:sp>
        <p:nvSpPr>
          <p:cNvPr id="21" name="箭头: 右 20">
            <a:extLst>
              <a:ext uri="{FF2B5EF4-FFF2-40B4-BE49-F238E27FC236}">
                <a16:creationId xmlns:a16="http://schemas.microsoft.com/office/drawing/2014/main" id="{1871626D-DB79-4D3A-9142-8F7B834C51FD}"/>
              </a:ext>
            </a:extLst>
          </p:cNvPr>
          <p:cNvSpPr/>
          <p:nvPr/>
        </p:nvSpPr>
        <p:spPr>
          <a:xfrm>
            <a:off x="2857831" y="5042913"/>
            <a:ext cx="360218" cy="795294"/>
          </a:xfrm>
          <a:prstGeom prst="rightArrow">
            <a:avLst/>
          </a:prstGeom>
          <a:solidFill>
            <a:schemeClr val="tx2">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矩形 159">
            <a:extLst>
              <a:ext uri="{FF2B5EF4-FFF2-40B4-BE49-F238E27FC236}">
                <a16:creationId xmlns:a16="http://schemas.microsoft.com/office/drawing/2014/main" id="{29518D62-BEFF-4CF5-87EA-226F09604EEE}"/>
              </a:ext>
            </a:extLst>
          </p:cNvPr>
          <p:cNvSpPr/>
          <p:nvPr/>
        </p:nvSpPr>
        <p:spPr>
          <a:xfrm>
            <a:off x="7046227" y="2836956"/>
            <a:ext cx="878926" cy="15681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r>
              <a:rPr lang="zh-CN" altLang="en-US" sz="900" dirty="0">
                <a:solidFill>
                  <a:srgbClr val="1D1D1A"/>
                </a:solidFill>
                <a:latin typeface="Huawei Sans" panose="020B0604020202020204"/>
                <a:ea typeface="微软雅黑"/>
              </a:rPr>
              <a:t>算子开发</a:t>
            </a:r>
          </a:p>
        </p:txBody>
      </p:sp>
      <p:sp>
        <p:nvSpPr>
          <p:cNvPr id="161" name="矩形 160">
            <a:extLst>
              <a:ext uri="{FF2B5EF4-FFF2-40B4-BE49-F238E27FC236}">
                <a16:creationId xmlns:a16="http://schemas.microsoft.com/office/drawing/2014/main" id="{2623B383-A222-4662-8C5E-0C2BDB5EC703}"/>
              </a:ext>
            </a:extLst>
          </p:cNvPr>
          <p:cNvSpPr/>
          <p:nvPr/>
        </p:nvSpPr>
        <p:spPr>
          <a:xfrm>
            <a:off x="7046226" y="3075146"/>
            <a:ext cx="880463" cy="15681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r>
              <a:rPr lang="zh-CN" altLang="en-US" sz="900" dirty="0">
                <a:solidFill>
                  <a:srgbClr val="1D1D1A"/>
                </a:solidFill>
                <a:latin typeface="Huawei Sans" panose="020B0604020202020204"/>
                <a:ea typeface="微软雅黑"/>
              </a:rPr>
              <a:t>框架开发</a:t>
            </a:r>
          </a:p>
        </p:txBody>
      </p:sp>
      <p:cxnSp>
        <p:nvCxnSpPr>
          <p:cNvPr id="162" name="直接箭头连接符 161">
            <a:extLst>
              <a:ext uri="{FF2B5EF4-FFF2-40B4-BE49-F238E27FC236}">
                <a16:creationId xmlns:a16="http://schemas.microsoft.com/office/drawing/2014/main" id="{636B1FEE-00B5-4459-BA09-77A52B6168CD}"/>
              </a:ext>
            </a:extLst>
          </p:cNvPr>
          <p:cNvCxnSpPr>
            <a:cxnSpLocks/>
            <a:stCxn id="160" idx="3"/>
            <a:endCxn id="163" idx="1"/>
          </p:cNvCxnSpPr>
          <p:nvPr/>
        </p:nvCxnSpPr>
        <p:spPr>
          <a:xfrm>
            <a:off x="7925153" y="2915364"/>
            <a:ext cx="290094" cy="117273"/>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sp>
        <p:nvSpPr>
          <p:cNvPr id="163" name="矩形 162">
            <a:extLst>
              <a:ext uri="{FF2B5EF4-FFF2-40B4-BE49-F238E27FC236}">
                <a16:creationId xmlns:a16="http://schemas.microsoft.com/office/drawing/2014/main" id="{E59A2216-8912-4378-9D91-014EDF422F8A}"/>
              </a:ext>
            </a:extLst>
          </p:cNvPr>
          <p:cNvSpPr/>
          <p:nvPr/>
        </p:nvSpPr>
        <p:spPr>
          <a:xfrm>
            <a:off x="8215247" y="2954229"/>
            <a:ext cx="878926" cy="15681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r>
              <a:rPr lang="zh-CN" altLang="en-US" sz="900" dirty="0">
                <a:solidFill>
                  <a:srgbClr val="1D1D1A"/>
                </a:solidFill>
                <a:latin typeface="Huawei Sans" panose="020B0604020202020204"/>
                <a:ea typeface="微软雅黑"/>
              </a:rPr>
              <a:t>联调</a:t>
            </a:r>
          </a:p>
        </p:txBody>
      </p:sp>
      <p:sp>
        <p:nvSpPr>
          <p:cNvPr id="164" name="矩形 163">
            <a:extLst>
              <a:ext uri="{FF2B5EF4-FFF2-40B4-BE49-F238E27FC236}">
                <a16:creationId xmlns:a16="http://schemas.microsoft.com/office/drawing/2014/main" id="{067595BC-6F4F-49EA-9BE7-7BB6B5A466FA}"/>
              </a:ext>
            </a:extLst>
          </p:cNvPr>
          <p:cNvSpPr/>
          <p:nvPr/>
        </p:nvSpPr>
        <p:spPr>
          <a:xfrm>
            <a:off x="9377032" y="2953809"/>
            <a:ext cx="878926" cy="15681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r>
              <a:rPr lang="zh-CN" altLang="en-US" sz="900" dirty="0">
                <a:solidFill>
                  <a:srgbClr val="1D1D1A"/>
                </a:solidFill>
                <a:latin typeface="Huawei Sans" panose="020B0604020202020204"/>
                <a:ea typeface="微软雅黑"/>
              </a:rPr>
              <a:t>人工</a:t>
            </a:r>
            <a:r>
              <a:rPr lang="en-US" altLang="zh-CN" sz="900" dirty="0">
                <a:solidFill>
                  <a:srgbClr val="1D1D1A"/>
                </a:solidFill>
                <a:latin typeface="Huawei Sans" panose="020B0604020202020204"/>
                <a:ea typeface="微软雅黑"/>
              </a:rPr>
              <a:t>review</a:t>
            </a:r>
            <a:endParaRPr lang="zh-CN" altLang="en-US" sz="900" dirty="0">
              <a:solidFill>
                <a:srgbClr val="1D1D1A"/>
              </a:solidFill>
              <a:latin typeface="Huawei Sans" panose="020B0604020202020204"/>
              <a:ea typeface="微软雅黑"/>
            </a:endParaRPr>
          </a:p>
        </p:txBody>
      </p:sp>
      <p:sp>
        <p:nvSpPr>
          <p:cNvPr id="165" name="矩形 164">
            <a:extLst>
              <a:ext uri="{FF2B5EF4-FFF2-40B4-BE49-F238E27FC236}">
                <a16:creationId xmlns:a16="http://schemas.microsoft.com/office/drawing/2014/main" id="{E0D76BF8-D0F2-45E8-9BF8-35335080C0D3}"/>
              </a:ext>
            </a:extLst>
          </p:cNvPr>
          <p:cNvSpPr/>
          <p:nvPr/>
        </p:nvSpPr>
        <p:spPr>
          <a:xfrm>
            <a:off x="10545152" y="2954915"/>
            <a:ext cx="878926" cy="15681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r>
              <a:rPr lang="zh-CN" altLang="en-US" sz="900" dirty="0">
                <a:solidFill>
                  <a:srgbClr val="1D1D1A"/>
                </a:solidFill>
                <a:latin typeface="Huawei Sans" panose="020B0604020202020204"/>
                <a:ea typeface="微软雅黑"/>
              </a:rPr>
              <a:t>上库</a:t>
            </a:r>
          </a:p>
        </p:txBody>
      </p:sp>
      <p:cxnSp>
        <p:nvCxnSpPr>
          <p:cNvPr id="166" name="直接箭头连接符 165">
            <a:extLst>
              <a:ext uri="{FF2B5EF4-FFF2-40B4-BE49-F238E27FC236}">
                <a16:creationId xmlns:a16="http://schemas.microsoft.com/office/drawing/2014/main" id="{2748FC4B-C557-49D7-AF7D-E7EA78446E8D}"/>
              </a:ext>
            </a:extLst>
          </p:cNvPr>
          <p:cNvCxnSpPr>
            <a:cxnSpLocks/>
            <a:stCxn id="161" idx="3"/>
            <a:endCxn id="163" idx="1"/>
          </p:cNvCxnSpPr>
          <p:nvPr/>
        </p:nvCxnSpPr>
        <p:spPr>
          <a:xfrm flipV="1">
            <a:off x="7926689" y="3032637"/>
            <a:ext cx="288558" cy="120917"/>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167" name="直接箭头连接符 166">
            <a:extLst>
              <a:ext uri="{FF2B5EF4-FFF2-40B4-BE49-F238E27FC236}">
                <a16:creationId xmlns:a16="http://schemas.microsoft.com/office/drawing/2014/main" id="{CCF93531-86A8-4B5B-A185-897DC7E4748A}"/>
              </a:ext>
            </a:extLst>
          </p:cNvPr>
          <p:cNvCxnSpPr>
            <a:cxnSpLocks/>
            <a:stCxn id="163" idx="3"/>
            <a:endCxn id="164" idx="1"/>
          </p:cNvCxnSpPr>
          <p:nvPr/>
        </p:nvCxnSpPr>
        <p:spPr>
          <a:xfrm flipV="1">
            <a:off x="9094173" y="3032217"/>
            <a:ext cx="282859" cy="420"/>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180" name="直接箭头连接符 179">
            <a:extLst>
              <a:ext uri="{FF2B5EF4-FFF2-40B4-BE49-F238E27FC236}">
                <a16:creationId xmlns:a16="http://schemas.microsoft.com/office/drawing/2014/main" id="{97BA1241-9169-4E35-BDF9-DA6456FF1A20}"/>
              </a:ext>
            </a:extLst>
          </p:cNvPr>
          <p:cNvCxnSpPr>
            <a:cxnSpLocks/>
            <a:stCxn id="164" idx="3"/>
            <a:endCxn id="165" idx="1"/>
          </p:cNvCxnSpPr>
          <p:nvPr/>
        </p:nvCxnSpPr>
        <p:spPr>
          <a:xfrm>
            <a:off x="10255958" y="3032217"/>
            <a:ext cx="289194" cy="1106"/>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sp>
        <p:nvSpPr>
          <p:cNvPr id="183" name="矩形 182">
            <a:extLst>
              <a:ext uri="{FF2B5EF4-FFF2-40B4-BE49-F238E27FC236}">
                <a16:creationId xmlns:a16="http://schemas.microsoft.com/office/drawing/2014/main" id="{7B1C85DC-9F3F-43F2-B2A7-B6088AC4758A}"/>
              </a:ext>
            </a:extLst>
          </p:cNvPr>
          <p:cNvSpPr/>
          <p:nvPr/>
        </p:nvSpPr>
        <p:spPr>
          <a:xfrm>
            <a:off x="6836958" y="3832419"/>
            <a:ext cx="463949" cy="280647"/>
          </a:xfrm>
          <a:prstGeom prst="rect">
            <a:avLst/>
          </a:prstGeom>
          <a:solidFill>
            <a:srgbClr val="DDEB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r>
              <a:rPr lang="en-US" altLang="zh-CN" sz="900" dirty="0">
                <a:solidFill>
                  <a:schemeClr val="tx1"/>
                </a:solidFill>
                <a:latin typeface="Huawei Sans" panose="020B0604020202020204"/>
                <a:ea typeface="微软雅黑"/>
              </a:rPr>
              <a:t>Spec</a:t>
            </a:r>
            <a:r>
              <a:rPr lang="zh-CN" altLang="en-US" sz="900" dirty="0">
                <a:solidFill>
                  <a:schemeClr val="tx1"/>
                </a:solidFill>
                <a:latin typeface="Huawei Sans" panose="020B0604020202020204"/>
                <a:ea typeface="微软雅黑"/>
              </a:rPr>
              <a:t>生成</a:t>
            </a:r>
          </a:p>
        </p:txBody>
      </p:sp>
      <p:sp>
        <p:nvSpPr>
          <p:cNvPr id="184" name="矩形 183">
            <a:extLst>
              <a:ext uri="{FF2B5EF4-FFF2-40B4-BE49-F238E27FC236}">
                <a16:creationId xmlns:a16="http://schemas.microsoft.com/office/drawing/2014/main" id="{EF19AFBE-76DC-4828-9BAD-7C3A70AF9EC3}"/>
              </a:ext>
            </a:extLst>
          </p:cNvPr>
          <p:cNvSpPr/>
          <p:nvPr/>
        </p:nvSpPr>
        <p:spPr>
          <a:xfrm>
            <a:off x="8513283" y="3505624"/>
            <a:ext cx="463431" cy="269979"/>
          </a:xfrm>
          <a:prstGeom prst="rect">
            <a:avLst/>
          </a:prstGeom>
          <a:solidFill>
            <a:srgbClr val="DDEB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r>
              <a:rPr lang="zh-CN" altLang="en-US" sz="900" dirty="0">
                <a:solidFill>
                  <a:schemeClr val="tx1"/>
                </a:solidFill>
                <a:latin typeface="Huawei Sans" panose="020B0604020202020204"/>
                <a:ea typeface="微软雅黑"/>
              </a:rPr>
              <a:t>编码</a:t>
            </a:r>
          </a:p>
        </p:txBody>
      </p:sp>
      <p:sp>
        <p:nvSpPr>
          <p:cNvPr id="186" name="矩形 185">
            <a:extLst>
              <a:ext uri="{FF2B5EF4-FFF2-40B4-BE49-F238E27FC236}">
                <a16:creationId xmlns:a16="http://schemas.microsoft.com/office/drawing/2014/main" id="{255A1497-25A5-4520-BEC8-29030291AF2E}"/>
              </a:ext>
            </a:extLst>
          </p:cNvPr>
          <p:cNvSpPr/>
          <p:nvPr/>
        </p:nvSpPr>
        <p:spPr>
          <a:xfrm>
            <a:off x="7854802" y="3507445"/>
            <a:ext cx="556149" cy="269979"/>
          </a:xfrm>
          <a:prstGeom prst="rect">
            <a:avLst/>
          </a:prstGeom>
          <a:solidFill>
            <a:srgbClr val="DDEB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r>
              <a:rPr lang="en-US" altLang="zh-CN" sz="900" dirty="0">
                <a:solidFill>
                  <a:schemeClr val="tx1"/>
                </a:solidFill>
                <a:latin typeface="Huawei Sans" panose="020B0604020202020204"/>
                <a:ea typeface="微软雅黑"/>
              </a:rPr>
              <a:t>UT</a:t>
            </a:r>
            <a:r>
              <a:rPr lang="zh-CN" altLang="en-US" sz="900" dirty="0">
                <a:solidFill>
                  <a:schemeClr val="tx1"/>
                </a:solidFill>
                <a:latin typeface="Huawei Sans" panose="020B0604020202020204"/>
                <a:ea typeface="微软雅黑"/>
              </a:rPr>
              <a:t>开发</a:t>
            </a:r>
          </a:p>
        </p:txBody>
      </p:sp>
      <p:sp>
        <p:nvSpPr>
          <p:cNvPr id="189" name="矩形 188">
            <a:extLst>
              <a:ext uri="{FF2B5EF4-FFF2-40B4-BE49-F238E27FC236}">
                <a16:creationId xmlns:a16="http://schemas.microsoft.com/office/drawing/2014/main" id="{29395BFD-3616-4E26-A207-647F75F9A06A}"/>
              </a:ext>
            </a:extLst>
          </p:cNvPr>
          <p:cNvSpPr/>
          <p:nvPr/>
        </p:nvSpPr>
        <p:spPr>
          <a:xfrm>
            <a:off x="9081640" y="3500890"/>
            <a:ext cx="463431" cy="269979"/>
          </a:xfrm>
          <a:prstGeom prst="rect">
            <a:avLst/>
          </a:prstGeom>
          <a:solidFill>
            <a:srgbClr val="DDEB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r>
              <a:rPr lang="zh-CN" altLang="en-US" sz="900" dirty="0">
                <a:solidFill>
                  <a:schemeClr val="tx1"/>
                </a:solidFill>
                <a:latin typeface="Huawei Sans" panose="020B0604020202020204"/>
                <a:ea typeface="微软雅黑"/>
              </a:rPr>
              <a:t>检视</a:t>
            </a:r>
          </a:p>
        </p:txBody>
      </p:sp>
      <p:sp>
        <p:nvSpPr>
          <p:cNvPr id="190" name="矩形 189">
            <a:extLst>
              <a:ext uri="{FF2B5EF4-FFF2-40B4-BE49-F238E27FC236}">
                <a16:creationId xmlns:a16="http://schemas.microsoft.com/office/drawing/2014/main" id="{16949D07-B93F-49BE-A120-B3898E9F7BAD}"/>
              </a:ext>
            </a:extLst>
          </p:cNvPr>
          <p:cNvSpPr/>
          <p:nvPr/>
        </p:nvSpPr>
        <p:spPr>
          <a:xfrm>
            <a:off x="9645421" y="3496700"/>
            <a:ext cx="463431" cy="269979"/>
          </a:xfrm>
          <a:prstGeom prst="rect">
            <a:avLst/>
          </a:prstGeom>
          <a:solidFill>
            <a:srgbClr val="DDEB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r>
              <a:rPr lang="zh-CN" altLang="en-US" sz="900" dirty="0">
                <a:solidFill>
                  <a:schemeClr val="tx1"/>
                </a:solidFill>
                <a:latin typeface="Huawei Sans" panose="020B0604020202020204"/>
                <a:ea typeface="微软雅黑"/>
              </a:rPr>
              <a:t>测试</a:t>
            </a:r>
            <a:endParaRPr lang="en-US" altLang="zh-CN" sz="900" dirty="0">
              <a:solidFill>
                <a:schemeClr val="tx1"/>
              </a:solidFill>
              <a:latin typeface="Huawei Sans" panose="020B0604020202020204"/>
              <a:ea typeface="微软雅黑"/>
            </a:endParaRPr>
          </a:p>
        </p:txBody>
      </p:sp>
      <p:sp>
        <p:nvSpPr>
          <p:cNvPr id="193" name="矩形 192">
            <a:extLst>
              <a:ext uri="{FF2B5EF4-FFF2-40B4-BE49-F238E27FC236}">
                <a16:creationId xmlns:a16="http://schemas.microsoft.com/office/drawing/2014/main" id="{F53A824A-BEBE-41FA-8CB9-DD380EE95158}"/>
              </a:ext>
            </a:extLst>
          </p:cNvPr>
          <p:cNvSpPr/>
          <p:nvPr/>
        </p:nvSpPr>
        <p:spPr>
          <a:xfrm>
            <a:off x="10707107" y="3834846"/>
            <a:ext cx="731573" cy="26607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r>
              <a:rPr lang="zh-CN" altLang="en-US" sz="900" dirty="0">
                <a:solidFill>
                  <a:srgbClr val="1D1D1A"/>
                </a:solidFill>
                <a:latin typeface="Huawei Sans" panose="020B0604020202020204"/>
                <a:ea typeface="微软雅黑"/>
              </a:rPr>
              <a:t>人工</a:t>
            </a:r>
            <a:r>
              <a:rPr lang="en-US" altLang="zh-CN" sz="900" dirty="0">
                <a:solidFill>
                  <a:srgbClr val="1D1D1A"/>
                </a:solidFill>
                <a:latin typeface="Huawei Sans" panose="020B0604020202020204"/>
                <a:ea typeface="微软雅黑"/>
              </a:rPr>
              <a:t>review</a:t>
            </a:r>
          </a:p>
          <a:p>
            <a:pPr algn="ctr" defTabSz="913765">
              <a:defRPr/>
            </a:pPr>
            <a:r>
              <a:rPr lang="en-US" altLang="zh-CN" sz="900" dirty="0">
                <a:solidFill>
                  <a:srgbClr val="1D1D1A"/>
                </a:solidFill>
                <a:latin typeface="Huawei Sans" panose="020B0604020202020204"/>
                <a:ea typeface="微软雅黑"/>
              </a:rPr>
              <a:t>&amp;</a:t>
            </a:r>
            <a:r>
              <a:rPr lang="zh-CN" altLang="en-US" sz="900" dirty="0">
                <a:solidFill>
                  <a:srgbClr val="1D1D1A"/>
                </a:solidFill>
                <a:latin typeface="Huawei Sans" panose="020B0604020202020204"/>
                <a:ea typeface="微软雅黑"/>
              </a:rPr>
              <a:t>上库</a:t>
            </a:r>
          </a:p>
        </p:txBody>
      </p:sp>
      <p:cxnSp>
        <p:nvCxnSpPr>
          <p:cNvPr id="203" name="直接箭头连接符 202">
            <a:extLst>
              <a:ext uri="{FF2B5EF4-FFF2-40B4-BE49-F238E27FC236}">
                <a16:creationId xmlns:a16="http://schemas.microsoft.com/office/drawing/2014/main" id="{D4246FB5-DFC4-4858-B399-6291211471E6}"/>
              </a:ext>
            </a:extLst>
          </p:cNvPr>
          <p:cNvCxnSpPr>
            <a:cxnSpLocks/>
            <a:stCxn id="122" idx="0"/>
            <a:endCxn id="186" idx="1"/>
          </p:cNvCxnSpPr>
          <p:nvPr/>
        </p:nvCxnSpPr>
        <p:spPr>
          <a:xfrm flipV="1">
            <a:off x="7599007" y="3642435"/>
            <a:ext cx="255795" cy="197677"/>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204" name="直接箭头连接符 203">
            <a:extLst>
              <a:ext uri="{FF2B5EF4-FFF2-40B4-BE49-F238E27FC236}">
                <a16:creationId xmlns:a16="http://schemas.microsoft.com/office/drawing/2014/main" id="{35202408-78C1-402D-AD7E-E292BE882F55}"/>
              </a:ext>
            </a:extLst>
          </p:cNvPr>
          <p:cNvCxnSpPr>
            <a:cxnSpLocks/>
            <a:stCxn id="186" idx="3"/>
            <a:endCxn id="184" idx="1"/>
          </p:cNvCxnSpPr>
          <p:nvPr/>
        </p:nvCxnSpPr>
        <p:spPr>
          <a:xfrm flipV="1">
            <a:off x="8410951" y="3640614"/>
            <a:ext cx="102332" cy="1821"/>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206" name="直接箭头连接符 205">
            <a:extLst>
              <a:ext uri="{FF2B5EF4-FFF2-40B4-BE49-F238E27FC236}">
                <a16:creationId xmlns:a16="http://schemas.microsoft.com/office/drawing/2014/main" id="{24FB8B8A-C8D5-479B-BA62-B62AD8EC1EEB}"/>
              </a:ext>
            </a:extLst>
          </p:cNvPr>
          <p:cNvCxnSpPr>
            <a:cxnSpLocks/>
            <a:stCxn id="184" idx="3"/>
            <a:endCxn id="189" idx="1"/>
          </p:cNvCxnSpPr>
          <p:nvPr/>
        </p:nvCxnSpPr>
        <p:spPr>
          <a:xfrm flipV="1">
            <a:off x="8976714" y="3635880"/>
            <a:ext cx="104926" cy="4734"/>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208" name="直接箭头连接符 207">
            <a:extLst>
              <a:ext uri="{FF2B5EF4-FFF2-40B4-BE49-F238E27FC236}">
                <a16:creationId xmlns:a16="http://schemas.microsoft.com/office/drawing/2014/main" id="{CED09C84-5238-41FA-BBCC-6A70F8EAE57D}"/>
              </a:ext>
            </a:extLst>
          </p:cNvPr>
          <p:cNvCxnSpPr>
            <a:cxnSpLocks/>
            <a:stCxn id="189" idx="3"/>
            <a:endCxn id="190" idx="1"/>
          </p:cNvCxnSpPr>
          <p:nvPr/>
        </p:nvCxnSpPr>
        <p:spPr>
          <a:xfrm flipV="1">
            <a:off x="9545071" y="3631690"/>
            <a:ext cx="100350" cy="4190"/>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sp>
        <p:nvSpPr>
          <p:cNvPr id="222" name="矩形 221">
            <a:extLst>
              <a:ext uri="{FF2B5EF4-FFF2-40B4-BE49-F238E27FC236}">
                <a16:creationId xmlns:a16="http://schemas.microsoft.com/office/drawing/2014/main" id="{8D672E55-2968-4435-AD7E-D72E5B25F03F}"/>
              </a:ext>
            </a:extLst>
          </p:cNvPr>
          <p:cNvSpPr/>
          <p:nvPr/>
        </p:nvSpPr>
        <p:spPr>
          <a:xfrm>
            <a:off x="6248076" y="4430454"/>
            <a:ext cx="2627566" cy="751555"/>
          </a:xfrm>
          <a:prstGeom prst="rect">
            <a:avLst/>
          </a:prstGeom>
          <a:solidFill>
            <a:srgbClr val="FFFFFF"/>
          </a:solidFill>
          <a:ln w="22225" cap="flat" cmpd="sng" algn="ctr">
            <a:solidFill>
              <a:srgbClr val="DDDDDD"/>
            </a:solidFill>
            <a:prstDash val="solid"/>
            <a:miter lim="800000"/>
          </a:ln>
          <a:effectLst/>
        </p:spPr>
        <p:txBody>
          <a:bodyPr rot="0" spcFirstLastPara="0" vertOverflow="overflow" horzOverflow="overflow" vert="horz" wrap="square" lIns="91368" tIns="45684" rIns="91368" bIns="45684" numCol="1" spcCol="0" rtlCol="0" fromWordArt="0" anchor="ctr" anchorCtr="0" forceAA="0" compatLnSpc="1">
            <a:noAutofit/>
          </a:bodyPr>
          <a:lstStyle/>
          <a:p>
            <a:pPr algn="ctr" defTabSz="913130">
              <a:defRPr/>
            </a:pPr>
            <a:r>
              <a:rPr lang="zh-CN" altLang="en-US" sz="1000" b="1" kern="0" dirty="0">
                <a:latin typeface="+mn-ea"/>
              </a:rPr>
              <a:t>固化 </a:t>
            </a:r>
            <a:r>
              <a:rPr lang="en-US" altLang="zh-CN" sz="1000" b="1" kern="0" dirty="0">
                <a:latin typeface="+mn-ea"/>
              </a:rPr>
              <a:t>SDD + TDD </a:t>
            </a:r>
            <a:r>
              <a:rPr lang="zh-CN" altLang="en-US" sz="1000" b="1" kern="0" dirty="0">
                <a:latin typeface="+mn-ea"/>
              </a:rPr>
              <a:t>标准编码流程</a:t>
            </a:r>
            <a:endParaRPr lang="en-US" altLang="zh-CN" sz="1000" b="1" kern="0" dirty="0">
              <a:latin typeface="+mn-ea"/>
            </a:endParaRPr>
          </a:p>
          <a:p>
            <a:pPr defTabSz="913130">
              <a:defRPr/>
            </a:pPr>
            <a:r>
              <a:rPr lang="zh-CN" altLang="en-US" sz="1000" kern="0" dirty="0">
                <a:latin typeface="+mn-ea"/>
              </a:rPr>
              <a:t>由 </a:t>
            </a:r>
            <a:r>
              <a:rPr lang="en-US" altLang="zh-CN" sz="1000" kern="0" dirty="0">
                <a:latin typeface="+mn-ea"/>
              </a:rPr>
              <a:t>Spec Agent </a:t>
            </a:r>
            <a:r>
              <a:rPr lang="zh-CN" altLang="en-US" sz="1000" kern="0" dirty="0">
                <a:latin typeface="+mn-ea"/>
              </a:rPr>
              <a:t>将方案拆解为可执行计划，</a:t>
            </a:r>
            <a:r>
              <a:rPr lang="en-US" altLang="zh-CN" sz="1000" kern="0" dirty="0">
                <a:latin typeface="+mn-ea"/>
              </a:rPr>
              <a:t>Agent </a:t>
            </a:r>
            <a:r>
              <a:rPr lang="zh-CN" altLang="en-US" sz="1000" kern="0" dirty="0">
                <a:latin typeface="+mn-ea"/>
              </a:rPr>
              <a:t>小步迭代实现，</a:t>
            </a:r>
            <a:r>
              <a:rPr lang="en-US" altLang="zh-CN" sz="1000" kern="0" dirty="0">
                <a:latin typeface="+mn-ea"/>
              </a:rPr>
              <a:t>TDD </a:t>
            </a:r>
            <a:r>
              <a:rPr lang="zh-CN" altLang="en-US" sz="1000" kern="0" dirty="0">
                <a:latin typeface="+mn-ea"/>
              </a:rPr>
              <a:t>持续验证正确性，并</a:t>
            </a:r>
            <a:r>
              <a:rPr lang="zh-CN" altLang="en-US" sz="1000" b="1" kern="0" dirty="0">
                <a:solidFill>
                  <a:schemeClr val="accent1"/>
                </a:solidFill>
                <a:latin typeface="+mn-ea"/>
              </a:rPr>
              <a:t>总结为标准的 </a:t>
            </a:r>
            <a:r>
              <a:rPr lang="en-US" altLang="zh-CN" sz="1000" b="1" kern="0" dirty="0">
                <a:solidFill>
                  <a:schemeClr val="accent1"/>
                </a:solidFill>
                <a:latin typeface="+mn-ea"/>
              </a:rPr>
              <a:t>Workflow</a:t>
            </a:r>
            <a:r>
              <a:rPr lang="zh-CN" altLang="en-US" sz="1000" b="1" kern="0" dirty="0">
                <a:latin typeface="+mn-ea"/>
              </a:rPr>
              <a:t>。</a:t>
            </a:r>
            <a:endParaRPr lang="en-US" altLang="zh-CN" sz="1000" kern="0" dirty="0">
              <a:latin typeface="+mn-ea"/>
            </a:endParaRPr>
          </a:p>
        </p:txBody>
      </p:sp>
      <p:sp>
        <p:nvSpPr>
          <p:cNvPr id="223" name="矩形 222">
            <a:extLst>
              <a:ext uri="{FF2B5EF4-FFF2-40B4-BE49-F238E27FC236}">
                <a16:creationId xmlns:a16="http://schemas.microsoft.com/office/drawing/2014/main" id="{B4D4A1AE-BCF6-460D-B741-87F0227A1479}"/>
              </a:ext>
            </a:extLst>
          </p:cNvPr>
          <p:cNvSpPr/>
          <p:nvPr/>
        </p:nvSpPr>
        <p:spPr>
          <a:xfrm>
            <a:off x="8986110" y="4430454"/>
            <a:ext cx="2627566" cy="751556"/>
          </a:xfrm>
          <a:prstGeom prst="rect">
            <a:avLst/>
          </a:prstGeom>
          <a:solidFill>
            <a:srgbClr val="FFFFFF"/>
          </a:solidFill>
          <a:ln w="22225" cap="flat" cmpd="sng" algn="ctr">
            <a:solidFill>
              <a:srgbClr val="DDDDDD"/>
            </a:solidFill>
            <a:prstDash val="solid"/>
            <a:miter lim="800000"/>
          </a:ln>
          <a:effectLst/>
        </p:spPr>
        <p:txBody>
          <a:bodyPr rot="0" spcFirstLastPara="0" vertOverflow="overflow" horzOverflow="overflow" vert="horz" wrap="square" lIns="91368" tIns="45684" rIns="91368" bIns="45684" numCol="1" spcCol="0" rtlCol="0" fromWordArt="0" anchor="ctr" anchorCtr="0" forceAA="0" compatLnSpc="1">
            <a:noAutofit/>
          </a:bodyPr>
          <a:lstStyle/>
          <a:p>
            <a:pPr algn="ctr" defTabSz="913130">
              <a:defRPr/>
            </a:pPr>
            <a:r>
              <a:rPr lang="zh-CN" altLang="en-US" sz="1000" b="1" kern="0" dirty="0">
                <a:latin typeface="+mn-ea"/>
              </a:rPr>
              <a:t>任务切片与最小单元执行</a:t>
            </a:r>
            <a:endParaRPr lang="en-US" altLang="zh-CN" sz="1000" b="1" kern="0" dirty="0">
              <a:latin typeface="+mn-ea"/>
            </a:endParaRPr>
          </a:p>
          <a:p>
            <a:pPr defTabSz="913130">
              <a:defRPr/>
            </a:pPr>
            <a:r>
              <a:rPr lang="zh-CN" altLang="en-US" sz="1000" dirty="0">
                <a:latin typeface="+mn-ea"/>
              </a:rPr>
              <a:t>将完整计划拆解为可独立验证的最小任务单元，每轮仅完成单任务的</a:t>
            </a:r>
            <a:r>
              <a:rPr lang="en-US" altLang="zh-CN" sz="1000" dirty="0">
                <a:latin typeface="+mn-ea"/>
              </a:rPr>
              <a:t>UT</a:t>
            </a:r>
            <a:r>
              <a:rPr lang="zh-CN" altLang="en-US" sz="1000" dirty="0">
                <a:latin typeface="+mn-ea"/>
              </a:rPr>
              <a:t>开发</a:t>
            </a:r>
            <a:r>
              <a:rPr lang="en-US" altLang="zh-CN" sz="1000" dirty="0">
                <a:latin typeface="+mn-ea"/>
              </a:rPr>
              <a:t>-</a:t>
            </a:r>
            <a:r>
              <a:rPr lang="zh-CN" altLang="en-US" sz="1000" dirty="0">
                <a:latin typeface="+mn-ea"/>
              </a:rPr>
              <a:t>编码</a:t>
            </a:r>
            <a:r>
              <a:rPr lang="en-US" altLang="zh-CN" sz="1000" dirty="0">
                <a:latin typeface="+mn-ea"/>
              </a:rPr>
              <a:t>-</a:t>
            </a:r>
            <a:r>
              <a:rPr lang="zh-CN" altLang="en-US" sz="1000" dirty="0">
                <a:latin typeface="+mn-ea"/>
              </a:rPr>
              <a:t>检视</a:t>
            </a:r>
            <a:r>
              <a:rPr lang="en-US" altLang="zh-CN" sz="1000" dirty="0">
                <a:latin typeface="+mn-ea"/>
              </a:rPr>
              <a:t>-</a:t>
            </a:r>
            <a:r>
              <a:rPr lang="zh-CN" altLang="en-US" sz="1000" dirty="0">
                <a:latin typeface="+mn-ea"/>
              </a:rPr>
              <a:t>测试流程，</a:t>
            </a:r>
            <a:r>
              <a:rPr lang="en-US" altLang="zh-CN" sz="1000" b="1" dirty="0">
                <a:solidFill>
                  <a:schemeClr val="accent1"/>
                </a:solidFill>
                <a:latin typeface="+mn-ea"/>
              </a:rPr>
              <a:t>Agent </a:t>
            </a:r>
            <a:r>
              <a:rPr lang="zh-CN" altLang="en-US" sz="1000" b="1" dirty="0">
                <a:solidFill>
                  <a:schemeClr val="accent1"/>
                </a:solidFill>
                <a:latin typeface="+mn-ea"/>
              </a:rPr>
              <a:t>小步提交、持续改进</a:t>
            </a:r>
            <a:endParaRPr lang="zh-CN" altLang="en-US" sz="1000" dirty="0">
              <a:latin typeface="+mn-ea"/>
            </a:endParaRPr>
          </a:p>
        </p:txBody>
      </p:sp>
      <p:graphicFrame>
        <p:nvGraphicFramePr>
          <p:cNvPr id="226" name="表格 225">
            <a:extLst>
              <a:ext uri="{FF2B5EF4-FFF2-40B4-BE49-F238E27FC236}">
                <a16:creationId xmlns:a16="http://schemas.microsoft.com/office/drawing/2014/main" id="{0D472661-F16E-46C9-B6D1-E9EE577B0071}"/>
              </a:ext>
            </a:extLst>
          </p:cNvPr>
          <p:cNvGraphicFramePr>
            <a:graphicFrameLocks noGrp="1"/>
          </p:cNvGraphicFramePr>
          <p:nvPr>
            <p:extLst>
              <p:ext uri="{D42A27DB-BD31-4B8C-83A1-F6EECF244321}">
                <p14:modId xmlns:p14="http://schemas.microsoft.com/office/powerpoint/2010/main" val="3237366643"/>
              </p:ext>
            </p:extLst>
          </p:nvPr>
        </p:nvGraphicFramePr>
        <p:xfrm>
          <a:off x="6420633" y="5336931"/>
          <a:ext cx="4859327" cy="686504"/>
        </p:xfrm>
        <a:graphic>
          <a:graphicData uri="http://schemas.openxmlformats.org/drawingml/2006/table">
            <a:tbl>
              <a:tblPr firstRow="1" bandRow="1">
                <a:tableStyleId>{5940675A-B579-460E-94D1-54222C63F5DA}</a:tableStyleId>
              </a:tblPr>
              <a:tblGrid>
                <a:gridCol w="2134549">
                  <a:extLst>
                    <a:ext uri="{9D8B030D-6E8A-4147-A177-3AD203B41FA5}">
                      <a16:colId xmlns:a16="http://schemas.microsoft.com/office/drawing/2014/main" val="2139941028"/>
                    </a:ext>
                  </a:extLst>
                </a:gridCol>
                <a:gridCol w="741218">
                  <a:extLst>
                    <a:ext uri="{9D8B030D-6E8A-4147-A177-3AD203B41FA5}">
                      <a16:colId xmlns:a16="http://schemas.microsoft.com/office/drawing/2014/main" val="3595092512"/>
                    </a:ext>
                  </a:extLst>
                </a:gridCol>
                <a:gridCol w="1983560">
                  <a:extLst>
                    <a:ext uri="{9D8B030D-6E8A-4147-A177-3AD203B41FA5}">
                      <a16:colId xmlns:a16="http://schemas.microsoft.com/office/drawing/2014/main" val="38820920"/>
                    </a:ext>
                  </a:extLst>
                </a:gridCol>
              </a:tblGrid>
              <a:tr h="196739">
                <a:tc>
                  <a:txBody>
                    <a:bodyPr/>
                    <a:lstStyle/>
                    <a:p>
                      <a:pPr algn="ctr"/>
                      <a:r>
                        <a:rPr lang="zh-CN" altLang="en-US" sz="1000" b="1" dirty="0"/>
                        <a:t>挑战</a:t>
                      </a:r>
                    </a:p>
                  </a:txBody>
                  <a:tcPr/>
                </a:tc>
                <a:tc rowSpan="2">
                  <a:txBody>
                    <a:bodyPr/>
                    <a:lstStyle/>
                    <a:p>
                      <a:endParaRPr lang="zh-CN" altLang="en-US" sz="1000" dirty="0"/>
                    </a:p>
                  </a:txBody>
                  <a:tcPr/>
                </a:tc>
                <a:tc>
                  <a:txBody>
                    <a:bodyPr/>
                    <a:lstStyle/>
                    <a:p>
                      <a:pPr marL="0" algn="ctr" defTabSz="1187450" rtl="0" eaLnBrk="1" latinLnBrk="0" hangingPunct="1"/>
                      <a:r>
                        <a:rPr lang="zh-CN" altLang="en-US" sz="1000" b="1" kern="1200" dirty="0">
                          <a:solidFill>
                            <a:schemeClr val="tx1"/>
                          </a:solidFill>
                          <a:latin typeface="+mn-lt"/>
                          <a:ea typeface="+mn-ea"/>
                          <a:cs typeface="+mn-cs"/>
                        </a:rPr>
                        <a:t>解决方案</a:t>
                      </a:r>
                    </a:p>
                  </a:txBody>
                  <a:tcPr/>
                </a:tc>
                <a:extLst>
                  <a:ext uri="{0D108BD9-81ED-4DB2-BD59-A6C34878D82A}">
                    <a16:rowId xmlns:a16="http://schemas.microsoft.com/office/drawing/2014/main" val="1519406461"/>
                  </a:ext>
                </a:extLst>
              </a:tr>
              <a:tr h="442664">
                <a:tc>
                  <a:txBody>
                    <a:bodyPr/>
                    <a:lstStyle/>
                    <a:p>
                      <a:pPr marL="0" marR="0" lvl="0" indent="0" algn="l" defTabSz="1187450" rtl="0" eaLnBrk="1" fontAlgn="auto" latinLnBrk="0" hangingPunct="1">
                        <a:lnSpc>
                          <a:spcPct val="100000"/>
                        </a:lnSpc>
                        <a:spcBef>
                          <a:spcPts val="0"/>
                        </a:spcBef>
                        <a:spcAft>
                          <a:spcPts val="0"/>
                        </a:spcAft>
                        <a:buClrTx/>
                        <a:buSzTx/>
                        <a:buFontTx/>
                        <a:buNone/>
                        <a:tabLst/>
                        <a:defRPr/>
                      </a:pPr>
                      <a:r>
                        <a:rPr lang="zh-CN" altLang="en-US" sz="1000" dirty="0">
                          <a:latin typeface="微软雅黑" panose="020B0503020204020204" pitchFamily="34" charset="-122"/>
                          <a:ea typeface="微软雅黑" panose="020B0503020204020204" pitchFamily="34" charset="-122"/>
                        </a:rPr>
                        <a:t>多特性场景上下文较长，</a:t>
                      </a:r>
                      <a:r>
                        <a:rPr lang="en-US" altLang="zh-CN" sz="1000" dirty="0">
                          <a:solidFill>
                            <a:srgbClr val="C00000"/>
                          </a:solidFill>
                          <a:latin typeface="微软雅黑" panose="020B0503020204020204" pitchFamily="34" charset="-122"/>
                          <a:ea typeface="微软雅黑" panose="020B0503020204020204" pitchFamily="34" charset="-122"/>
                        </a:rPr>
                        <a:t>Agent</a:t>
                      </a:r>
                      <a:r>
                        <a:rPr lang="zh-CN" altLang="en-US" sz="1000" dirty="0">
                          <a:solidFill>
                            <a:srgbClr val="C00000"/>
                          </a:solidFill>
                          <a:latin typeface="微软雅黑" panose="020B0503020204020204" pitchFamily="34" charset="-122"/>
                          <a:ea typeface="微软雅黑" panose="020B0503020204020204" pitchFamily="34" charset="-122"/>
                        </a:rPr>
                        <a:t>易陷入低效工作区间</a:t>
                      </a:r>
                      <a:endParaRPr lang="en-US" altLang="zh-CN" sz="1000" dirty="0">
                        <a:solidFill>
                          <a:srgbClr val="C00000"/>
                        </a:solidFill>
                        <a:latin typeface="微软雅黑" panose="020B0503020204020204" pitchFamily="34" charset="-122"/>
                        <a:ea typeface="微软雅黑" panose="020B0503020204020204" pitchFamily="34" charset="-122"/>
                      </a:endParaRPr>
                    </a:p>
                  </a:txBody>
                  <a:tcPr/>
                </a:tc>
                <a:tc vMerge="1">
                  <a:txBody>
                    <a:bodyPr/>
                    <a:lstStyle/>
                    <a:p>
                      <a:endParaRPr lang="zh-CN" altLang="en-US" sz="1000"/>
                    </a:p>
                  </a:txBody>
                  <a:tcPr/>
                </a:tc>
                <a:tc>
                  <a:txBody>
                    <a:bodyPr/>
                    <a:lstStyle/>
                    <a:p>
                      <a:r>
                        <a:rPr lang="zh-CN" altLang="en-US" sz="1000" dirty="0"/>
                        <a:t>通过</a:t>
                      </a:r>
                      <a:r>
                        <a:rPr lang="zh-CN" altLang="en-US" sz="1000" dirty="0">
                          <a:solidFill>
                            <a:srgbClr val="C00000"/>
                          </a:solidFill>
                        </a:rPr>
                        <a:t>细分任务小步快跑式</a:t>
                      </a:r>
                      <a:r>
                        <a:rPr lang="zh-CN" altLang="en-US" sz="1000" dirty="0"/>
                        <a:t>进行实现，控制单次</a:t>
                      </a:r>
                      <a:r>
                        <a:rPr lang="zh-CN" altLang="en-US" sz="1000" dirty="0">
                          <a:solidFill>
                            <a:srgbClr val="C00000"/>
                          </a:solidFill>
                        </a:rPr>
                        <a:t>任务上下文</a:t>
                      </a:r>
                    </a:p>
                  </a:txBody>
                  <a:tcPr/>
                </a:tc>
                <a:extLst>
                  <a:ext uri="{0D108BD9-81ED-4DB2-BD59-A6C34878D82A}">
                    <a16:rowId xmlns:a16="http://schemas.microsoft.com/office/drawing/2014/main" val="1242010083"/>
                  </a:ext>
                </a:extLst>
              </a:tr>
            </a:tbl>
          </a:graphicData>
        </a:graphic>
      </p:graphicFrame>
      <p:sp>
        <p:nvSpPr>
          <p:cNvPr id="227" name="箭头: 右 226">
            <a:extLst>
              <a:ext uri="{FF2B5EF4-FFF2-40B4-BE49-F238E27FC236}">
                <a16:creationId xmlns:a16="http://schemas.microsoft.com/office/drawing/2014/main" id="{7F4A8A37-5F9D-4EA0-ACCF-1D1A81097FB6}"/>
              </a:ext>
            </a:extLst>
          </p:cNvPr>
          <p:cNvSpPr/>
          <p:nvPr/>
        </p:nvSpPr>
        <p:spPr>
          <a:xfrm>
            <a:off x="8728364" y="5336930"/>
            <a:ext cx="426506" cy="703243"/>
          </a:xfrm>
          <a:prstGeom prst="rightArrow">
            <a:avLst/>
          </a:prstGeom>
          <a:solidFill>
            <a:schemeClr val="tx2">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文本框 117">
            <a:extLst>
              <a:ext uri="{FF2B5EF4-FFF2-40B4-BE49-F238E27FC236}">
                <a16:creationId xmlns:a16="http://schemas.microsoft.com/office/drawing/2014/main" id="{A3DA36ED-2F97-4257-A35A-D96226DC95FA}"/>
              </a:ext>
            </a:extLst>
          </p:cNvPr>
          <p:cNvSpPr txBox="1"/>
          <p:nvPr/>
        </p:nvSpPr>
        <p:spPr>
          <a:xfrm>
            <a:off x="2997086" y="3826148"/>
            <a:ext cx="2992445" cy="861774"/>
          </a:xfrm>
          <a:prstGeom prst="rect">
            <a:avLst/>
          </a:prstGeom>
          <a:noFill/>
        </p:spPr>
        <p:txBody>
          <a:bodyPr wrap="square">
            <a:spAutoFit/>
          </a:bodyPr>
          <a:lstStyle/>
          <a:p>
            <a:pPr algn="ctr" defTabSz="913765">
              <a:defRPr/>
            </a:pPr>
            <a:r>
              <a:rPr lang="zh-CN" altLang="en-US" sz="1000" b="1" dirty="0">
                <a:solidFill>
                  <a:schemeClr val="accent1"/>
                </a:solidFill>
                <a:latin typeface="+mj-ea"/>
                <a:ea typeface="+mj-ea"/>
              </a:rPr>
              <a:t>③</a:t>
            </a:r>
            <a:r>
              <a:rPr lang="zh-CN" altLang="en-US" sz="1000" b="1" dirty="0">
                <a:latin typeface="+mj-ea"/>
                <a:ea typeface="+mj-ea"/>
              </a:rPr>
              <a:t>多</a:t>
            </a:r>
            <a:r>
              <a:rPr lang="en-US" altLang="zh-CN" sz="1000" b="1" dirty="0">
                <a:latin typeface="+mj-ea"/>
                <a:ea typeface="+mj-ea"/>
              </a:rPr>
              <a:t>agent</a:t>
            </a:r>
            <a:r>
              <a:rPr lang="zh-CN" altLang="en-US" sz="1000" b="1" dirty="0">
                <a:latin typeface="+mj-ea"/>
                <a:ea typeface="+mj-ea"/>
              </a:rPr>
              <a:t>协同方案设计</a:t>
            </a:r>
          </a:p>
          <a:p>
            <a:pPr defTabSz="913130">
              <a:defRPr/>
            </a:pPr>
            <a:r>
              <a:rPr lang="zh-CN" altLang="en-US" sz="1000" kern="0" dirty="0">
                <a:latin typeface="+mj-ea"/>
                <a:ea typeface="+mj-ea"/>
              </a:rPr>
              <a:t>方案设计环节</a:t>
            </a:r>
            <a:r>
              <a:rPr lang="zh-CN" altLang="en-US" sz="1000" kern="0" dirty="0">
                <a:latin typeface="+mj-ea"/>
              </a:rPr>
              <a:t>由</a:t>
            </a:r>
            <a:r>
              <a:rPr lang="en-US" altLang="zh-CN" sz="1000" kern="0" dirty="0">
                <a:latin typeface="+mj-ea"/>
                <a:ea typeface="+mj-ea"/>
              </a:rPr>
              <a:t>vLLM Ascend</a:t>
            </a:r>
            <a:r>
              <a:rPr lang="zh-CN" altLang="en-US" sz="1000" kern="0" dirty="0">
                <a:latin typeface="+mj-ea"/>
                <a:ea typeface="+mj-ea"/>
              </a:rPr>
              <a:t>与融合算子双方</a:t>
            </a:r>
            <a:r>
              <a:rPr lang="en-US" altLang="zh-CN" sz="1000" kern="0" dirty="0">
                <a:latin typeface="+mj-ea"/>
                <a:ea typeface="+mj-ea"/>
              </a:rPr>
              <a:t>Designer agent</a:t>
            </a:r>
            <a:r>
              <a:rPr lang="zh-CN" altLang="en-US" sz="1000" b="1" kern="0" dirty="0">
                <a:solidFill>
                  <a:schemeClr val="accent1"/>
                </a:solidFill>
                <a:latin typeface="+mj-ea"/>
                <a:ea typeface="+mj-ea"/>
              </a:rPr>
              <a:t>共同提出不同视角的方案并互相</a:t>
            </a:r>
            <a:r>
              <a:rPr lang="en-US" altLang="zh-CN" sz="1000" b="1" kern="0" dirty="0">
                <a:solidFill>
                  <a:schemeClr val="accent1"/>
                </a:solidFill>
                <a:latin typeface="+mj-ea"/>
                <a:ea typeface="+mj-ea"/>
              </a:rPr>
              <a:t>review</a:t>
            </a:r>
            <a:r>
              <a:rPr lang="zh-CN" altLang="en-US" sz="1000" kern="0" dirty="0">
                <a:latin typeface="+mj-ea"/>
                <a:ea typeface="+mj-ea"/>
              </a:rPr>
              <a:t>形成最终方案。</a:t>
            </a:r>
            <a:endParaRPr lang="en-US" altLang="zh-CN" sz="1000" kern="0" dirty="0">
              <a:latin typeface="+mj-ea"/>
              <a:ea typeface="+mj-ea"/>
            </a:endParaRPr>
          </a:p>
          <a:p>
            <a:pPr defTabSz="913130">
              <a:defRPr/>
            </a:pPr>
            <a:r>
              <a:rPr lang="zh-CN" altLang="en-US" sz="1000" kern="0" dirty="0">
                <a:latin typeface="+mj-ea"/>
                <a:ea typeface="+mj-ea"/>
              </a:rPr>
              <a:t>相关环节耗时</a:t>
            </a:r>
            <a:r>
              <a:rPr lang="zh-CN" altLang="en-US" sz="1000" b="1" kern="0" dirty="0">
                <a:solidFill>
                  <a:schemeClr val="accent1"/>
                </a:solidFill>
                <a:latin typeface="+mj-ea"/>
                <a:ea typeface="+mj-ea"/>
              </a:rPr>
              <a:t>由</a:t>
            </a:r>
            <a:r>
              <a:rPr lang="en-US" altLang="zh-CN" sz="1000" b="1" kern="0" dirty="0">
                <a:solidFill>
                  <a:schemeClr val="accent1"/>
                </a:solidFill>
                <a:latin typeface="+mj-ea"/>
                <a:ea typeface="+mj-ea"/>
              </a:rPr>
              <a:t>2</a:t>
            </a:r>
            <a:r>
              <a:rPr lang="zh-CN" altLang="en-US" sz="1000" b="1" kern="0" dirty="0">
                <a:solidFill>
                  <a:schemeClr val="accent1"/>
                </a:solidFill>
                <a:latin typeface="+mj-ea"/>
                <a:ea typeface="+mj-ea"/>
              </a:rPr>
              <a:t>天减少到</a:t>
            </a:r>
            <a:r>
              <a:rPr lang="en-US" altLang="zh-CN" sz="1000" b="1" kern="0" dirty="0">
                <a:solidFill>
                  <a:schemeClr val="accent1"/>
                </a:solidFill>
                <a:latin typeface="+mj-ea"/>
                <a:ea typeface="+mj-ea"/>
              </a:rPr>
              <a:t>4</a:t>
            </a:r>
            <a:r>
              <a:rPr lang="zh-CN" altLang="en-US" sz="1000" b="1" kern="0" dirty="0">
                <a:solidFill>
                  <a:schemeClr val="accent1"/>
                </a:solidFill>
                <a:latin typeface="+mj-ea"/>
                <a:ea typeface="+mj-ea"/>
              </a:rPr>
              <a:t>小时</a:t>
            </a:r>
            <a:endParaRPr lang="zh-CN" altLang="en-US" sz="1000" b="1" dirty="0">
              <a:solidFill>
                <a:schemeClr val="accent1"/>
              </a:solidFill>
              <a:latin typeface="+mj-ea"/>
              <a:ea typeface="+mj-ea"/>
            </a:endParaRPr>
          </a:p>
        </p:txBody>
      </p:sp>
      <p:sp>
        <p:nvSpPr>
          <p:cNvPr id="122" name="矩形 121">
            <a:extLst>
              <a:ext uri="{FF2B5EF4-FFF2-40B4-BE49-F238E27FC236}">
                <a16:creationId xmlns:a16="http://schemas.microsoft.com/office/drawing/2014/main" id="{D12B080C-FC7B-4F5B-A6B6-14B025D4D583}"/>
              </a:ext>
            </a:extLst>
          </p:cNvPr>
          <p:cNvSpPr/>
          <p:nvPr/>
        </p:nvSpPr>
        <p:spPr>
          <a:xfrm>
            <a:off x="7367032" y="3840112"/>
            <a:ext cx="463949" cy="280647"/>
          </a:xfrm>
          <a:prstGeom prst="rect">
            <a:avLst/>
          </a:prstGeom>
          <a:solidFill>
            <a:srgbClr val="DDEB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r>
              <a:rPr lang="zh-CN" altLang="en-US" sz="900" dirty="0">
                <a:solidFill>
                  <a:schemeClr val="tx1"/>
                </a:solidFill>
                <a:latin typeface="Huawei Sans" panose="020B0604020202020204"/>
                <a:ea typeface="微软雅黑"/>
              </a:rPr>
              <a:t>任务编排</a:t>
            </a:r>
          </a:p>
        </p:txBody>
      </p:sp>
      <p:sp>
        <p:nvSpPr>
          <p:cNvPr id="123" name="矩形 122">
            <a:extLst>
              <a:ext uri="{FF2B5EF4-FFF2-40B4-BE49-F238E27FC236}">
                <a16:creationId xmlns:a16="http://schemas.microsoft.com/office/drawing/2014/main" id="{E367BFD7-CCBD-4847-ACF0-3DA2B62EF67A}"/>
              </a:ext>
            </a:extLst>
          </p:cNvPr>
          <p:cNvSpPr/>
          <p:nvPr/>
        </p:nvSpPr>
        <p:spPr>
          <a:xfrm>
            <a:off x="10144162" y="3824631"/>
            <a:ext cx="463949" cy="280647"/>
          </a:xfrm>
          <a:prstGeom prst="rect">
            <a:avLst/>
          </a:prstGeom>
          <a:solidFill>
            <a:srgbClr val="DDEB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r>
              <a:rPr lang="zh-CN" altLang="en-US" sz="900" dirty="0">
                <a:solidFill>
                  <a:schemeClr val="tx1"/>
                </a:solidFill>
                <a:latin typeface="Huawei Sans" panose="020B0604020202020204"/>
                <a:ea typeface="微软雅黑"/>
              </a:rPr>
              <a:t>结果验收</a:t>
            </a:r>
          </a:p>
        </p:txBody>
      </p:sp>
      <p:cxnSp>
        <p:nvCxnSpPr>
          <p:cNvPr id="124" name="直接箭头连接符 123">
            <a:extLst>
              <a:ext uri="{FF2B5EF4-FFF2-40B4-BE49-F238E27FC236}">
                <a16:creationId xmlns:a16="http://schemas.microsoft.com/office/drawing/2014/main" id="{7A573A5C-A0DD-41D8-8385-1C5C4BF5BAD6}"/>
              </a:ext>
            </a:extLst>
          </p:cNvPr>
          <p:cNvCxnSpPr>
            <a:cxnSpLocks/>
            <a:stCxn id="190" idx="3"/>
            <a:endCxn id="123" idx="0"/>
          </p:cNvCxnSpPr>
          <p:nvPr/>
        </p:nvCxnSpPr>
        <p:spPr>
          <a:xfrm>
            <a:off x="10108852" y="3631690"/>
            <a:ext cx="267285" cy="192941"/>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129" name="直接箭头连接符 128">
            <a:extLst>
              <a:ext uri="{FF2B5EF4-FFF2-40B4-BE49-F238E27FC236}">
                <a16:creationId xmlns:a16="http://schemas.microsoft.com/office/drawing/2014/main" id="{797171F2-771A-4DE5-BD75-47D25E6ADFAA}"/>
              </a:ext>
            </a:extLst>
          </p:cNvPr>
          <p:cNvCxnSpPr>
            <a:cxnSpLocks/>
            <a:stCxn id="183" idx="3"/>
            <a:endCxn id="122" idx="1"/>
          </p:cNvCxnSpPr>
          <p:nvPr/>
        </p:nvCxnSpPr>
        <p:spPr>
          <a:xfrm>
            <a:off x="7300907" y="3972743"/>
            <a:ext cx="66125" cy="7693"/>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sp>
        <p:nvSpPr>
          <p:cNvPr id="135" name="矩形 134">
            <a:extLst>
              <a:ext uri="{FF2B5EF4-FFF2-40B4-BE49-F238E27FC236}">
                <a16:creationId xmlns:a16="http://schemas.microsoft.com/office/drawing/2014/main" id="{87613744-429B-42BC-834D-56F1AEE11540}"/>
              </a:ext>
            </a:extLst>
          </p:cNvPr>
          <p:cNvSpPr/>
          <p:nvPr/>
        </p:nvSpPr>
        <p:spPr>
          <a:xfrm>
            <a:off x="7729537" y="3250947"/>
            <a:ext cx="2493685" cy="543850"/>
          </a:xfrm>
          <a:prstGeom prst="rect">
            <a:avLst/>
          </a:prstGeom>
          <a:noFill/>
          <a:ln>
            <a:solidFill>
              <a:schemeClr val="tx2">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文本框 71">
            <a:extLst>
              <a:ext uri="{FF2B5EF4-FFF2-40B4-BE49-F238E27FC236}">
                <a16:creationId xmlns:a16="http://schemas.microsoft.com/office/drawing/2014/main" id="{3F83CD10-5D48-4486-A6DB-AD0FFDF55416}"/>
              </a:ext>
            </a:extLst>
          </p:cNvPr>
          <p:cNvSpPr txBox="1"/>
          <p:nvPr/>
        </p:nvSpPr>
        <p:spPr>
          <a:xfrm>
            <a:off x="8386353" y="3261856"/>
            <a:ext cx="1430142" cy="246221"/>
          </a:xfrm>
          <a:prstGeom prst="rect">
            <a:avLst/>
          </a:prstGeom>
          <a:noFill/>
        </p:spPr>
        <p:txBody>
          <a:bodyPr wrap="square" rtlCol="0">
            <a:spAutoFit/>
          </a:bodyPr>
          <a:lstStyle/>
          <a:p>
            <a:pPr algn="l"/>
            <a:r>
              <a:rPr lang="zh-CN" altLang="en-US" sz="1000" dirty="0">
                <a:latin typeface="微软雅黑" panose="020B0503020204020204" pitchFamily="34" charset="-122"/>
                <a:ea typeface="微软雅黑" panose="020B0503020204020204" pitchFamily="34" charset="-122"/>
              </a:rPr>
              <a:t>子任务工作流（</a:t>
            </a:r>
            <a:r>
              <a:rPr lang="en-US" altLang="zh-CN" sz="1000" dirty="0">
                <a:latin typeface="微软雅黑" panose="020B0503020204020204" pitchFamily="34" charset="-122"/>
                <a:ea typeface="微软雅黑" panose="020B0503020204020204" pitchFamily="34" charset="-122"/>
              </a:rPr>
              <a:t>1…N</a:t>
            </a:r>
            <a:r>
              <a:rPr lang="zh-CN" altLang="en-US" sz="1000" dirty="0">
                <a:latin typeface="微软雅黑" panose="020B0503020204020204" pitchFamily="34" charset="-122"/>
                <a:ea typeface="微软雅黑" panose="020B0503020204020204" pitchFamily="34" charset="-122"/>
              </a:rPr>
              <a:t>）</a:t>
            </a:r>
          </a:p>
        </p:txBody>
      </p:sp>
      <p:cxnSp>
        <p:nvCxnSpPr>
          <p:cNvPr id="75" name="连接符: 肘形 74">
            <a:extLst>
              <a:ext uri="{FF2B5EF4-FFF2-40B4-BE49-F238E27FC236}">
                <a16:creationId xmlns:a16="http://schemas.microsoft.com/office/drawing/2014/main" id="{7DD4B502-C1C3-4543-81E7-2B59CD530151}"/>
              </a:ext>
            </a:extLst>
          </p:cNvPr>
          <p:cNvCxnSpPr>
            <a:stCxn id="123" idx="2"/>
            <a:endCxn id="122" idx="2"/>
          </p:cNvCxnSpPr>
          <p:nvPr/>
        </p:nvCxnSpPr>
        <p:spPr>
          <a:xfrm rot="5400000">
            <a:off x="8979832" y="2724453"/>
            <a:ext cx="15481" cy="2777130"/>
          </a:xfrm>
          <a:prstGeom prst="bentConnector3">
            <a:avLst>
              <a:gd name="adj1" fmla="val 1576649"/>
            </a:avLst>
          </a:prstGeom>
          <a:ln>
            <a:tailEnd type="triangle"/>
          </a:ln>
        </p:spPr>
        <p:style>
          <a:lnRef idx="2">
            <a:schemeClr val="accent6"/>
          </a:lnRef>
          <a:fillRef idx="0">
            <a:schemeClr val="accent6"/>
          </a:fillRef>
          <a:effectRef idx="1">
            <a:schemeClr val="accent6"/>
          </a:effectRef>
          <a:fontRef idx="minor">
            <a:schemeClr val="tx1"/>
          </a:fontRef>
        </p:style>
      </p:cxnSp>
      <p:sp>
        <p:nvSpPr>
          <p:cNvPr id="139" name="文本框 138">
            <a:extLst>
              <a:ext uri="{FF2B5EF4-FFF2-40B4-BE49-F238E27FC236}">
                <a16:creationId xmlns:a16="http://schemas.microsoft.com/office/drawing/2014/main" id="{19B2C393-A895-46A1-AE22-D36C0ACC9B83}"/>
              </a:ext>
            </a:extLst>
          </p:cNvPr>
          <p:cNvSpPr txBox="1"/>
          <p:nvPr/>
        </p:nvSpPr>
        <p:spPr>
          <a:xfrm>
            <a:off x="8544523" y="4127073"/>
            <a:ext cx="716696" cy="246221"/>
          </a:xfrm>
          <a:prstGeom prst="rect">
            <a:avLst/>
          </a:prstGeom>
          <a:noFill/>
        </p:spPr>
        <p:txBody>
          <a:bodyPr wrap="square" rtlCol="0">
            <a:spAutoFit/>
          </a:bodyPr>
          <a:lstStyle/>
          <a:p>
            <a:pPr algn="l"/>
            <a:r>
              <a:rPr lang="zh-CN" altLang="en-US" sz="1000" dirty="0">
                <a:latin typeface="微软雅黑" panose="020B0503020204020204" pitchFamily="34" charset="-122"/>
                <a:ea typeface="微软雅黑" panose="020B0503020204020204" pitchFamily="34" charset="-122"/>
              </a:rPr>
              <a:t>持续迭代</a:t>
            </a:r>
          </a:p>
        </p:txBody>
      </p:sp>
      <p:cxnSp>
        <p:nvCxnSpPr>
          <p:cNvPr id="140" name="直接箭头连接符 139">
            <a:extLst>
              <a:ext uri="{FF2B5EF4-FFF2-40B4-BE49-F238E27FC236}">
                <a16:creationId xmlns:a16="http://schemas.microsoft.com/office/drawing/2014/main" id="{31EFCD54-4C68-40EB-B168-0B5F8029CFBF}"/>
              </a:ext>
            </a:extLst>
          </p:cNvPr>
          <p:cNvCxnSpPr>
            <a:cxnSpLocks/>
            <a:stCxn id="123" idx="3"/>
            <a:endCxn id="193" idx="1"/>
          </p:cNvCxnSpPr>
          <p:nvPr/>
        </p:nvCxnSpPr>
        <p:spPr>
          <a:xfrm>
            <a:off x="10608111" y="3964955"/>
            <a:ext cx="98996" cy="2926"/>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sp>
        <p:nvSpPr>
          <p:cNvPr id="146" name="矩形 145">
            <a:extLst>
              <a:ext uri="{FF2B5EF4-FFF2-40B4-BE49-F238E27FC236}">
                <a16:creationId xmlns:a16="http://schemas.microsoft.com/office/drawing/2014/main" id="{4BC130B0-DD2F-499B-A1CC-CEF8A893F0A3}"/>
              </a:ext>
            </a:extLst>
          </p:cNvPr>
          <p:cNvSpPr/>
          <p:nvPr/>
        </p:nvSpPr>
        <p:spPr>
          <a:xfrm>
            <a:off x="485254" y="386968"/>
            <a:ext cx="658860" cy="34948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09" rtl="0" eaLnBrk="1" fontAlgn="base" latinLnBrk="0" hangingPunct="1">
              <a:lnSpc>
                <a:spcPct val="100000"/>
              </a:lnSpc>
              <a:spcBef>
                <a:spcPct val="0"/>
              </a:spcBef>
              <a:spcAft>
                <a:spcPct val="0"/>
              </a:spcAft>
              <a:buClrTx/>
              <a:buSzTx/>
              <a:buFontTx/>
              <a:buNone/>
              <a:tabLst/>
              <a:defRPr/>
            </a:pPr>
            <a:r>
              <a:rPr kumimoji="0" lang="zh-CN" altLang="en-US" sz="1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目标</a:t>
            </a:r>
          </a:p>
        </p:txBody>
      </p:sp>
      <p:graphicFrame>
        <p:nvGraphicFramePr>
          <p:cNvPr id="147" name="表格 146">
            <a:extLst>
              <a:ext uri="{FF2B5EF4-FFF2-40B4-BE49-F238E27FC236}">
                <a16:creationId xmlns:a16="http://schemas.microsoft.com/office/drawing/2014/main" id="{24B87248-CC11-449A-AA47-BA7500E40CB1}"/>
              </a:ext>
            </a:extLst>
          </p:cNvPr>
          <p:cNvGraphicFramePr/>
          <p:nvPr>
            <p:extLst>
              <p:ext uri="{D42A27DB-BD31-4B8C-83A1-F6EECF244321}">
                <p14:modId xmlns:p14="http://schemas.microsoft.com/office/powerpoint/2010/main" val="1700244675"/>
              </p:ext>
            </p:extLst>
          </p:nvPr>
        </p:nvGraphicFramePr>
        <p:xfrm>
          <a:off x="1143345" y="395909"/>
          <a:ext cx="10526879" cy="340542"/>
        </p:xfrm>
        <a:graphic>
          <a:graphicData uri="http://schemas.openxmlformats.org/drawingml/2006/table">
            <a:tbl>
              <a:tblPr/>
              <a:tblGrid>
                <a:gridCol w="10526879">
                  <a:extLst>
                    <a:ext uri="{9D8B030D-6E8A-4147-A177-3AD203B41FA5}">
                      <a16:colId xmlns:a16="http://schemas.microsoft.com/office/drawing/2014/main" val="20001"/>
                    </a:ext>
                  </a:extLst>
                </a:gridCol>
              </a:tblGrid>
              <a:tr h="340542">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marL="90487" marR="0" lvl="0" indent="0" algn="l" defTabSz="913029" rtl="0" eaLnBrk="0" fontAlgn="base" latinLnBrk="0" hangingPunct="1">
                        <a:lnSpc>
                          <a:spcPct val="100000"/>
                        </a:lnSpc>
                        <a:spcBef>
                          <a:spcPct val="0"/>
                        </a:spcBef>
                        <a:spcAft>
                          <a:spcPct val="0"/>
                        </a:spcAft>
                        <a:buClrTx/>
                        <a:buSzTx/>
                        <a:buFontTx/>
                        <a:buNone/>
                        <a:tabLst/>
                        <a:defRPr/>
                      </a:pPr>
                      <a:r>
                        <a:rPr lang="zh-CN" altLang="en-US" sz="1200" dirty="0"/>
                        <a:t>为高效实现达成</a:t>
                      </a:r>
                      <a:r>
                        <a:rPr lang="zh-CN" altLang="en-US" sz="1200" dirty="0">
                          <a:solidFill>
                            <a:schemeClr val="accent1"/>
                          </a:solidFill>
                        </a:rPr>
                        <a:t>新模型</a:t>
                      </a:r>
                      <a:r>
                        <a:rPr lang="en-US" altLang="zh-CN" sz="1200" dirty="0">
                          <a:solidFill>
                            <a:schemeClr val="accent1"/>
                          </a:solidFill>
                        </a:rPr>
                        <a:t>day0</a:t>
                      </a:r>
                      <a:r>
                        <a:rPr lang="zh-CN" altLang="en-US" sz="1200" dirty="0">
                          <a:solidFill>
                            <a:schemeClr val="accent1"/>
                          </a:solidFill>
                        </a:rPr>
                        <a:t>开箱可用、</a:t>
                      </a:r>
                      <a:r>
                        <a:rPr lang="en-US" altLang="zh-CN" sz="1200" dirty="0">
                          <a:solidFill>
                            <a:schemeClr val="accent1"/>
                          </a:solidFill>
                        </a:rPr>
                        <a:t>day7</a:t>
                      </a:r>
                      <a:r>
                        <a:rPr lang="zh-CN" altLang="en-US" sz="1200" dirty="0">
                          <a:solidFill>
                            <a:schemeClr val="accent1"/>
                          </a:solidFill>
                        </a:rPr>
                        <a:t>达</a:t>
                      </a:r>
                      <a:r>
                        <a:rPr lang="en-US" altLang="zh-CN" sz="1200" dirty="0">
                          <a:solidFill>
                            <a:schemeClr val="accent1"/>
                          </a:solidFill>
                        </a:rPr>
                        <a:t>0.8x</a:t>
                      </a:r>
                      <a:r>
                        <a:rPr lang="zh-CN" altLang="en-US" sz="1200" dirty="0"/>
                        <a:t>性能的目标，通过围绕推理典型作业流程推进</a:t>
                      </a:r>
                      <a:r>
                        <a:rPr lang="en-US" altLang="zh-CN" sz="1200" dirty="0"/>
                        <a:t>Agent</a:t>
                      </a:r>
                      <a:r>
                        <a:rPr lang="zh-CN" altLang="en-US" sz="1200" dirty="0"/>
                        <a:t>化与</a:t>
                      </a:r>
                      <a:r>
                        <a:rPr lang="en-US" altLang="zh-CN" sz="1200" dirty="0"/>
                        <a:t>AI</a:t>
                      </a:r>
                      <a:r>
                        <a:rPr lang="zh-CN" altLang="en-US" sz="1200" dirty="0"/>
                        <a:t>人机协同，在实现研发各场景综合效率提升</a:t>
                      </a:r>
                      <a:endParaRPr kumimoji="0" lang="en-US" altLang="zh-CN" sz="1200" b="0" i="0" u="none" strike="noStrike" kern="0" cap="none" spc="0" normalizeH="0" baseline="0" noProof="0" dirty="0">
                        <a:ln>
                          <a:noFill/>
                        </a:ln>
                        <a:solidFill>
                          <a:prstClr val="black"/>
                        </a:solidFill>
                        <a:effectLst/>
                        <a:uLnTx/>
                        <a:uFillTx/>
                        <a:latin typeface="+mn-ea"/>
                        <a:ea typeface="+mn-ea"/>
                        <a:cs typeface="+mn-cs"/>
                      </a:endParaRPr>
                    </a:p>
                  </a:txBody>
                  <a:tcPr>
                    <a:lnL>
                      <a:noFill/>
                    </a:lnL>
                    <a:lnR cap="flat">
                      <a:noFill/>
                    </a:lnR>
                    <a:lnT cap="flat">
                      <a:noFill/>
                    </a:lnT>
                    <a:lnB cap="flat">
                      <a:noFill/>
                    </a:lnB>
                    <a:lnTlToBr>
                      <a:noFill/>
                    </a:lnTlToBr>
                    <a:lnBlToTr>
                      <a:noFill/>
                    </a:lnBlToTr>
                    <a:solidFill>
                      <a:srgbClr val="F2F2F2">
                        <a:alpha val="100000"/>
                      </a:srgbClr>
                    </a:solidFill>
                  </a:tcPr>
                </a:tc>
                <a:extLst>
                  <a:ext uri="{0D108BD9-81ED-4DB2-BD59-A6C34878D82A}">
                    <a16:rowId xmlns:a16="http://schemas.microsoft.com/office/drawing/2014/main" val="10000"/>
                  </a:ext>
                </a:extLst>
              </a:tr>
            </a:tbl>
          </a:graphicData>
        </a:graphic>
      </p:graphicFrame>
      <p:sp>
        <p:nvSpPr>
          <p:cNvPr id="152" name="矩形 151">
            <a:extLst>
              <a:ext uri="{FF2B5EF4-FFF2-40B4-BE49-F238E27FC236}">
                <a16:creationId xmlns:a16="http://schemas.microsoft.com/office/drawing/2014/main" id="{16BC621A-DFF2-44BB-A775-5D98937F1377}"/>
              </a:ext>
            </a:extLst>
          </p:cNvPr>
          <p:cNvSpPr/>
          <p:nvPr/>
        </p:nvSpPr>
        <p:spPr>
          <a:xfrm>
            <a:off x="486792" y="855082"/>
            <a:ext cx="658860" cy="4572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09" rtl="0" eaLnBrk="1" fontAlgn="base" latinLnBrk="0" hangingPunct="1">
              <a:lnSpc>
                <a:spcPct val="100000"/>
              </a:lnSpc>
              <a:spcBef>
                <a:spcPct val="0"/>
              </a:spcBef>
              <a:spcAft>
                <a:spcPct val="0"/>
              </a:spcAft>
              <a:buClrTx/>
              <a:buSzTx/>
              <a:buFontTx/>
              <a:buNone/>
              <a:tabLst/>
              <a:defRPr/>
            </a:pPr>
            <a:r>
              <a:rPr kumimoji="0" lang="zh-CN" altLang="en-US" sz="1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进展</a:t>
            </a:r>
          </a:p>
        </p:txBody>
      </p:sp>
      <p:graphicFrame>
        <p:nvGraphicFramePr>
          <p:cNvPr id="153" name="表格 152">
            <a:extLst>
              <a:ext uri="{FF2B5EF4-FFF2-40B4-BE49-F238E27FC236}">
                <a16:creationId xmlns:a16="http://schemas.microsoft.com/office/drawing/2014/main" id="{A7F07276-F1C0-40F3-A512-C88C6DD37402}"/>
              </a:ext>
            </a:extLst>
          </p:cNvPr>
          <p:cNvGraphicFramePr/>
          <p:nvPr>
            <p:extLst>
              <p:ext uri="{D42A27DB-BD31-4B8C-83A1-F6EECF244321}">
                <p14:modId xmlns:p14="http://schemas.microsoft.com/office/powerpoint/2010/main" val="3735888131"/>
              </p:ext>
            </p:extLst>
          </p:nvPr>
        </p:nvGraphicFramePr>
        <p:xfrm>
          <a:off x="1145652" y="861741"/>
          <a:ext cx="10526110" cy="457200"/>
        </p:xfrm>
        <a:graphic>
          <a:graphicData uri="http://schemas.openxmlformats.org/drawingml/2006/table">
            <a:tbl>
              <a:tblPr/>
              <a:tblGrid>
                <a:gridCol w="10526110">
                  <a:extLst>
                    <a:ext uri="{9D8B030D-6E8A-4147-A177-3AD203B41FA5}">
                      <a16:colId xmlns:a16="http://schemas.microsoft.com/office/drawing/2014/main" val="20001"/>
                    </a:ext>
                  </a:extLst>
                </a:gridCol>
              </a:tblGrid>
              <a:tr h="403533">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marL="90487" marR="0" lvl="0" indent="0" algn="l" defTabSz="913029" rtl="0" eaLnBrk="0" fontAlgn="base" latinLnBrk="0" hangingPunct="1">
                        <a:lnSpc>
                          <a:spcPct val="100000"/>
                        </a:lnSpc>
                        <a:spcBef>
                          <a:spcPct val="0"/>
                        </a:spcBef>
                        <a:spcAft>
                          <a:spcPct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latin typeface="+mn-ea"/>
                          <a:ea typeface="+mn-ea"/>
                          <a:cs typeface="+mn-cs"/>
                        </a:rPr>
                        <a:t>围绕</a:t>
                      </a:r>
                      <a:r>
                        <a:rPr kumimoji="0" lang="zh-CN" altLang="en-US" sz="1200" b="0" i="0" u="none" strike="noStrike" kern="0" cap="none" spc="0" normalizeH="0" baseline="0" noProof="0" dirty="0">
                          <a:ln>
                            <a:noFill/>
                          </a:ln>
                          <a:solidFill>
                            <a:prstClr val="black"/>
                          </a:solidFill>
                          <a:effectLst/>
                          <a:uLnTx/>
                          <a:uFillTx/>
                          <a:latin typeface="+mn-ea"/>
                          <a:ea typeface="微软雅黑"/>
                          <a:cs typeface="+mn-cs"/>
                        </a:rPr>
                        <a:t>推理典型作业流</a:t>
                      </a:r>
                      <a:r>
                        <a:rPr kumimoji="0" lang="zh-CN" altLang="en-US" sz="1200" b="0" i="0" u="none" strike="noStrike" kern="0" cap="none" spc="0" normalizeH="0" baseline="0" noProof="0" dirty="0">
                          <a:ln>
                            <a:noFill/>
                          </a:ln>
                          <a:solidFill>
                            <a:prstClr val="black"/>
                          </a:solidFill>
                          <a:effectLst/>
                          <a:uLnTx/>
                          <a:uFillTx/>
                          <a:latin typeface="+mn-ea"/>
                          <a:ea typeface="+mn-ea"/>
                          <a:cs typeface="+mn-cs"/>
                        </a:rPr>
                        <a:t>沉淀</a:t>
                      </a:r>
                      <a:r>
                        <a:rPr kumimoji="0" lang="en-US" altLang="zh-CN" sz="12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20+ Skills</a:t>
                      </a:r>
                      <a:r>
                        <a:rPr kumimoji="0" lang="zh-CN" altLang="en-US" sz="12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a:t>
                      </a:r>
                      <a:r>
                        <a:rPr kumimoji="0" lang="zh-CN" altLang="en-US" sz="12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部分单一</a:t>
                      </a:r>
                      <a:r>
                        <a:rPr kumimoji="0" lang="en-US" altLang="zh-CN" sz="12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a:t>
                      </a:r>
                      <a:r>
                        <a:rPr kumimoji="0" lang="zh-CN" altLang="en-US" sz="12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重复率高场景由于人员能力</a:t>
                      </a:r>
                      <a:r>
                        <a:rPr kumimoji="0" lang="en-US" altLang="zh-CN" sz="12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a:t>
                      </a:r>
                      <a:r>
                        <a:rPr kumimoji="0" lang="zh-CN" altLang="en-US" sz="12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资源</a:t>
                      </a:r>
                      <a:r>
                        <a:rPr kumimoji="0" lang="en-US" altLang="zh-CN" sz="12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a:t>
                      </a:r>
                      <a:r>
                        <a:rPr kumimoji="0" lang="zh-CN" altLang="en-US" sz="12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黄蓝协同等限制</a:t>
                      </a:r>
                      <a:r>
                        <a:rPr kumimoji="0" lang="zh-CN" altLang="en-US" sz="1200" b="0"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rPr>
                        <a:t>综合效率提升</a:t>
                      </a:r>
                      <a:r>
                        <a:rPr kumimoji="0" lang="en-US" altLang="zh-CN" sz="1200" b="0"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rPr>
                        <a:t>18%</a:t>
                      </a:r>
                      <a:r>
                        <a:rPr kumimoji="0" lang="zh-CN" altLang="en-US" sz="12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；多领域综合复杂任务</a:t>
                      </a:r>
                      <a:r>
                        <a:rPr kumimoji="0" lang="en-US" altLang="zh-CN" sz="12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Agent</a:t>
                      </a:r>
                      <a:r>
                        <a:rPr kumimoji="0" lang="zh-CN" altLang="en-US" sz="12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化作业探索中</a:t>
                      </a:r>
                      <a:endParaRPr kumimoji="0" lang="en-US" altLang="zh-CN" sz="1200" b="0" i="0" u="none" strike="noStrike" kern="0" cap="none" spc="0" normalizeH="0" baseline="0" noProof="0" dirty="0">
                        <a:ln>
                          <a:noFill/>
                        </a:ln>
                        <a:solidFill>
                          <a:schemeClr val="tx1"/>
                        </a:solidFill>
                        <a:effectLst/>
                        <a:uLnTx/>
                        <a:uFillTx/>
                        <a:latin typeface="+mn-ea"/>
                        <a:ea typeface="+mn-ea"/>
                        <a:cs typeface="+mn-cs"/>
                      </a:endParaRPr>
                    </a:p>
                  </a:txBody>
                  <a:tcPr>
                    <a:lnL>
                      <a:noFill/>
                    </a:lnL>
                    <a:lnR cap="flat">
                      <a:noFill/>
                    </a:lnR>
                    <a:lnT cap="flat">
                      <a:noFill/>
                    </a:lnT>
                    <a:lnB cap="flat">
                      <a:noFill/>
                    </a:lnB>
                    <a:lnTlToBr>
                      <a:noFill/>
                    </a:lnTlToBr>
                    <a:lnBlToTr>
                      <a:noFill/>
                    </a:lnBlToTr>
                    <a:solidFill>
                      <a:srgbClr val="F2F2F2">
                        <a:alpha val="100000"/>
                      </a:srgbClr>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7032614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E8B92B7E-6850-4E73-8B79-E2043380818D}"/>
              </a:ext>
            </a:extLst>
          </p:cNvPr>
          <p:cNvSpPr txBox="1"/>
          <p:nvPr/>
        </p:nvSpPr>
        <p:spPr>
          <a:xfrm>
            <a:off x="484019" y="15839"/>
            <a:ext cx="11527147" cy="307777"/>
          </a:xfrm>
          <a:prstGeom prst="rect">
            <a:avLst/>
          </a:prstGeom>
          <a:noFill/>
        </p:spPr>
        <p:txBody>
          <a:bodyPr wrap="square" lIns="0" tIns="0" rIns="0" bIns="0" rtlCol="0">
            <a:spAutoFit/>
          </a:bodyPr>
          <a:lstStyle/>
          <a:p>
            <a:r>
              <a:rPr kumimoji="1" lang="zh-CN" altLang="en-US" sz="2000" b="1" dirty="0">
                <a:solidFill>
                  <a:srgbClr val="C00000"/>
                </a:solidFill>
                <a:latin typeface="微软雅黑" panose="020B0503020204020204" pitchFamily="34" charset="-122"/>
                <a:ea typeface="微软雅黑" panose="020B0503020204020204" pitchFamily="34" charset="-122"/>
              </a:rPr>
              <a:t>昇腾推理</a:t>
            </a:r>
            <a:r>
              <a:rPr kumimoji="1" lang="en-US" altLang="zh-CN" sz="2000" b="1" dirty="0">
                <a:solidFill>
                  <a:srgbClr val="C00000"/>
                </a:solidFill>
                <a:latin typeface="微软雅黑" panose="020B0503020204020204" pitchFamily="34" charset="-122"/>
                <a:ea typeface="微软雅黑" panose="020B0503020204020204" pitchFamily="34" charset="-122"/>
              </a:rPr>
              <a:t>AI</a:t>
            </a:r>
            <a:r>
              <a:rPr kumimoji="1" lang="zh-CN" altLang="en-US" sz="2000" b="1" dirty="0">
                <a:solidFill>
                  <a:srgbClr val="C00000"/>
                </a:solidFill>
                <a:latin typeface="微软雅黑" panose="020B0503020204020204" pitchFamily="34" charset="-122"/>
                <a:ea typeface="微软雅黑" panose="020B0503020204020204" pitchFamily="34" charset="-122"/>
              </a:rPr>
              <a:t>辅助研发：</a:t>
            </a:r>
            <a:r>
              <a:rPr kumimoji="1" lang="zh-CN" altLang="en-US" b="1" dirty="0">
                <a:solidFill>
                  <a:srgbClr val="C00000"/>
                </a:solidFill>
                <a:latin typeface="微软雅黑" panose="020B0503020204020204" pitchFamily="34" charset="-122"/>
                <a:ea typeface="微软雅黑" panose="020B0503020204020204" pitchFamily="34" charset="-122"/>
              </a:rPr>
              <a:t>模型适配各阶段已沉淀部分</a:t>
            </a:r>
            <a:r>
              <a:rPr kumimoji="1" lang="en-US" altLang="zh-CN" b="1" dirty="0">
                <a:solidFill>
                  <a:srgbClr val="C00000"/>
                </a:solidFill>
                <a:latin typeface="微软雅黑" panose="020B0503020204020204" pitchFamily="34" charset="-122"/>
                <a:ea typeface="微软雅黑" panose="020B0503020204020204" pitchFamily="34" charset="-122"/>
              </a:rPr>
              <a:t>Agent Skill</a:t>
            </a:r>
            <a:r>
              <a:rPr kumimoji="1" lang="zh-CN" altLang="en-US" b="1" dirty="0">
                <a:solidFill>
                  <a:srgbClr val="C00000"/>
                </a:solidFill>
                <a:latin typeface="微软雅黑" panose="020B0503020204020204" pitchFamily="34" charset="-122"/>
                <a:ea typeface="微软雅黑" panose="020B0503020204020204" pitchFamily="34" charset="-122"/>
              </a:rPr>
              <a:t>能力，复杂特性叠加、算子等场景下仍需探索</a:t>
            </a:r>
            <a:endParaRPr kumimoji="1" lang="en-US" altLang="zh-CN" sz="2400" b="1" dirty="0">
              <a:solidFill>
                <a:srgbClr val="C00000"/>
              </a:solidFill>
              <a:latin typeface="微软雅黑" panose="020B0503020204020204" pitchFamily="34" charset="-122"/>
              <a:ea typeface="微软雅黑" panose="020B0503020204020204" pitchFamily="34" charset="-122"/>
            </a:endParaRPr>
          </a:p>
        </p:txBody>
      </p:sp>
      <p:graphicFrame>
        <p:nvGraphicFramePr>
          <p:cNvPr id="562" name="表格 561">
            <a:extLst>
              <a:ext uri="{FF2B5EF4-FFF2-40B4-BE49-F238E27FC236}">
                <a16:creationId xmlns:a16="http://schemas.microsoft.com/office/drawing/2014/main" id="{58D89EE8-5EEB-4C1D-B589-45F7D8B7CF8A}"/>
              </a:ext>
            </a:extLst>
          </p:cNvPr>
          <p:cNvGraphicFramePr/>
          <p:nvPr>
            <p:extLst>
              <p:ext uri="{D42A27DB-BD31-4B8C-83A1-F6EECF244321}">
                <p14:modId xmlns:p14="http://schemas.microsoft.com/office/powerpoint/2010/main" val="2522047652"/>
              </p:ext>
            </p:extLst>
          </p:nvPr>
        </p:nvGraphicFramePr>
        <p:xfrm>
          <a:off x="483717" y="5206184"/>
          <a:ext cx="11244873" cy="882079"/>
        </p:xfrm>
        <a:graphic>
          <a:graphicData uri="http://schemas.openxmlformats.org/drawingml/2006/table">
            <a:tbl>
              <a:tblPr/>
              <a:tblGrid>
                <a:gridCol w="11244873">
                  <a:extLst>
                    <a:ext uri="{9D8B030D-6E8A-4147-A177-3AD203B41FA5}">
                      <a16:colId xmlns:a16="http://schemas.microsoft.com/office/drawing/2014/main" val="20001"/>
                    </a:ext>
                  </a:extLst>
                </a:gridCol>
              </a:tblGrid>
              <a:tr h="655312">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marL="319087" marR="0" lvl="0" indent="-228600" algn="l" defTabSz="913029" rtl="0" eaLnBrk="0" fontAlgn="base" latinLnBrk="0" hangingPunct="1">
                        <a:lnSpc>
                          <a:spcPct val="150000"/>
                        </a:lnSpc>
                        <a:spcBef>
                          <a:spcPct val="0"/>
                        </a:spcBef>
                        <a:spcAft>
                          <a:spcPct val="0"/>
                        </a:spcAft>
                        <a:buClrTx/>
                        <a:buSzTx/>
                        <a:buFont typeface="Arial" panose="020B0604020202020204" pitchFamily="34" charset="0"/>
                        <a:buChar char="•"/>
                        <a:tabLst/>
                        <a:defRPr/>
                      </a:pPr>
                      <a:r>
                        <a:rPr lang="zh-CN" altLang="en-US" sz="1200" b="1" dirty="0">
                          <a:latin typeface="+mn-ea"/>
                          <a:ea typeface="+mn-ea"/>
                        </a:rPr>
                        <a:t>能做：</a:t>
                      </a:r>
                      <a:r>
                        <a:rPr lang="zh-CN" altLang="en-US" sz="1200" b="0" dirty="0">
                          <a:latin typeface="+mn-ea"/>
                          <a:ea typeface="+mn-ea"/>
                        </a:rPr>
                        <a:t>单一</a:t>
                      </a:r>
                      <a:r>
                        <a:rPr lang="en-US" altLang="zh-CN" sz="1200" b="0" dirty="0">
                          <a:latin typeface="+mn-ea"/>
                          <a:ea typeface="+mn-ea"/>
                        </a:rPr>
                        <a:t>/</a:t>
                      </a:r>
                      <a:r>
                        <a:rPr lang="zh-CN" altLang="en-US" sz="1200" b="0" dirty="0">
                          <a:latin typeface="+mn-ea"/>
                          <a:ea typeface="+mn-ea"/>
                        </a:rPr>
                        <a:t>重复率高的场景，确定性较高，有明确的意图</a:t>
                      </a:r>
                      <a:r>
                        <a:rPr lang="en-US" altLang="zh-CN" sz="1200" b="0" dirty="0">
                          <a:latin typeface="+mn-ea"/>
                          <a:ea typeface="+mn-ea"/>
                        </a:rPr>
                        <a:t>/</a:t>
                      </a:r>
                      <a:r>
                        <a:rPr lang="zh-CN" altLang="en-US" sz="1200" b="0" dirty="0">
                          <a:latin typeface="+mn-ea"/>
                          <a:ea typeface="+mn-ea"/>
                        </a:rPr>
                        <a:t>输入</a:t>
                      </a:r>
                      <a:r>
                        <a:rPr lang="en-US" altLang="zh-CN" sz="1200" b="0" dirty="0">
                          <a:latin typeface="+mn-ea"/>
                          <a:ea typeface="+mn-ea"/>
                        </a:rPr>
                        <a:t>/</a:t>
                      </a:r>
                      <a:r>
                        <a:rPr lang="zh-CN" altLang="en-US" sz="1200" b="0" dirty="0">
                          <a:latin typeface="+mn-ea"/>
                          <a:ea typeface="+mn-ea"/>
                        </a:rPr>
                        <a:t>输出，任务失败风险可控，可快速验证结果及进行人工介入兜底</a:t>
                      </a:r>
                      <a:endParaRPr lang="en-US" altLang="zh-CN" sz="1200" b="0" dirty="0">
                        <a:latin typeface="+mn-ea"/>
                        <a:ea typeface="+mn-ea"/>
                      </a:endParaRPr>
                    </a:p>
                    <a:p>
                      <a:pPr marL="319087" marR="0" lvl="0" indent="-228600" algn="l" defTabSz="913029" rtl="0" eaLnBrk="0" fontAlgn="base" latinLnBrk="0" hangingPunct="1">
                        <a:lnSpc>
                          <a:spcPct val="150000"/>
                        </a:lnSpc>
                        <a:spcBef>
                          <a:spcPct val="0"/>
                        </a:spcBef>
                        <a:spcAft>
                          <a:spcPct val="0"/>
                        </a:spcAft>
                        <a:buClrTx/>
                        <a:buSzTx/>
                        <a:buFont typeface="Arial" panose="020B0604020202020204" pitchFamily="34" charset="0"/>
                        <a:buChar char="•"/>
                        <a:tabLst/>
                        <a:defRPr/>
                      </a:pPr>
                      <a:r>
                        <a:rPr kumimoji="0" lang="zh-CN" altLang="en-US" sz="1200" b="1" i="0" u="none" strike="noStrike" kern="0" cap="none" spc="0" normalizeH="0" baseline="0" noProof="0" dirty="0">
                          <a:ln>
                            <a:noFill/>
                          </a:ln>
                          <a:solidFill>
                            <a:prstClr val="black"/>
                          </a:solidFill>
                          <a:effectLst/>
                          <a:uLnTx/>
                          <a:uFillTx/>
                          <a:latin typeface="+mn-ea"/>
                          <a:ea typeface="+mn-ea"/>
                          <a:cs typeface="+mn-cs"/>
                        </a:rPr>
                        <a:t>探索做：</a:t>
                      </a:r>
                      <a:r>
                        <a:rPr kumimoji="0" lang="zh-CN" altLang="en-US" sz="1200" b="0" i="0" u="none" strike="noStrike" kern="0" cap="none" spc="0" normalizeH="0" baseline="0" noProof="0" dirty="0">
                          <a:ln>
                            <a:noFill/>
                          </a:ln>
                          <a:solidFill>
                            <a:prstClr val="black"/>
                          </a:solidFill>
                          <a:effectLst/>
                          <a:uLnTx/>
                          <a:uFillTx/>
                          <a:latin typeface="+mn-ea"/>
                          <a:ea typeface="+mn-ea"/>
                          <a:cs typeface="+mn-cs"/>
                        </a:rPr>
                        <a:t>多领域综合场景，需要较高的领域知识，易引入隐蔽问题，任务失败存在风险，人工较难快速验证结果并及时介入</a:t>
                      </a:r>
                      <a:endParaRPr kumimoji="0" lang="en-US" altLang="zh-CN" sz="1200" b="0" i="0" u="none" strike="noStrike" kern="0" cap="none" spc="0" normalizeH="0" baseline="0" noProof="0" dirty="0">
                        <a:ln>
                          <a:noFill/>
                        </a:ln>
                        <a:solidFill>
                          <a:prstClr val="black"/>
                        </a:solidFill>
                        <a:effectLst/>
                        <a:uLnTx/>
                        <a:uFillTx/>
                        <a:latin typeface="+mn-ea"/>
                        <a:ea typeface="+mn-ea"/>
                        <a:cs typeface="+mn-cs"/>
                      </a:endParaRPr>
                    </a:p>
                    <a:p>
                      <a:pPr marL="319087" marR="0" lvl="0" indent="-228600" algn="l" defTabSz="913029" rtl="0" eaLnBrk="0" fontAlgn="base" latinLnBrk="0" hangingPunct="1">
                        <a:lnSpc>
                          <a:spcPct val="150000"/>
                        </a:lnSpc>
                        <a:spcBef>
                          <a:spcPct val="0"/>
                        </a:spcBef>
                        <a:spcAft>
                          <a:spcPct val="0"/>
                        </a:spcAft>
                        <a:buClrTx/>
                        <a:buSzTx/>
                        <a:buFont typeface="Arial" panose="020B0604020202020204" pitchFamily="34" charset="0"/>
                        <a:buChar char="•"/>
                        <a:tabLst/>
                        <a:defRPr/>
                      </a:pPr>
                      <a:r>
                        <a:rPr kumimoji="0" lang="zh-CN" altLang="en-US" sz="1200" b="1" i="0" u="none" strike="noStrike" kern="0" cap="none" spc="0" normalizeH="0" baseline="0" noProof="0" dirty="0">
                          <a:ln>
                            <a:noFill/>
                          </a:ln>
                          <a:solidFill>
                            <a:prstClr val="black"/>
                          </a:solidFill>
                          <a:effectLst/>
                          <a:uLnTx/>
                          <a:uFillTx/>
                          <a:latin typeface="+mn-ea"/>
                          <a:ea typeface="+mn-ea"/>
                          <a:cs typeface="+mn-cs"/>
                        </a:rPr>
                        <a:t>暂时做不了：</a:t>
                      </a:r>
                      <a:r>
                        <a:rPr kumimoji="0" lang="zh-CN" altLang="en-US" sz="1200" b="0" i="0" u="none" strike="noStrike" kern="0" cap="none" spc="0" normalizeH="0" baseline="0" noProof="0" dirty="0">
                          <a:ln>
                            <a:noFill/>
                          </a:ln>
                          <a:solidFill>
                            <a:prstClr val="black"/>
                          </a:solidFill>
                          <a:effectLst/>
                          <a:uLnTx/>
                          <a:uFillTx/>
                          <a:latin typeface="+mn-ea"/>
                          <a:ea typeface="+mn-ea"/>
                          <a:cs typeface="+mn-cs"/>
                        </a:rPr>
                        <a:t>极长上下文场景，需要极高的领域知识，存在随机</a:t>
                      </a:r>
                      <a:r>
                        <a:rPr kumimoji="0" lang="en-US" altLang="zh-CN" sz="1200" b="0" i="0" u="none" strike="noStrike" kern="0" cap="none" spc="0" normalizeH="0" baseline="0" noProof="0" dirty="0">
                          <a:ln>
                            <a:noFill/>
                          </a:ln>
                          <a:solidFill>
                            <a:prstClr val="black"/>
                          </a:solidFill>
                          <a:effectLst/>
                          <a:uLnTx/>
                          <a:uFillTx/>
                          <a:latin typeface="+mn-ea"/>
                          <a:ea typeface="+mn-ea"/>
                          <a:cs typeface="+mn-cs"/>
                        </a:rPr>
                        <a:t>/</a:t>
                      </a:r>
                      <a:r>
                        <a:rPr kumimoji="0" lang="zh-CN" altLang="en-US" sz="1200" b="0" i="0" u="none" strike="noStrike" kern="0" cap="none" spc="0" normalizeH="0" baseline="0" noProof="0" dirty="0">
                          <a:ln>
                            <a:noFill/>
                          </a:ln>
                          <a:solidFill>
                            <a:prstClr val="black"/>
                          </a:solidFill>
                          <a:effectLst/>
                          <a:uLnTx/>
                          <a:uFillTx/>
                          <a:latin typeface="+mn-ea"/>
                          <a:ea typeface="+mn-ea"/>
                          <a:cs typeface="+mn-cs"/>
                        </a:rPr>
                        <a:t>不确定性，需要创新思维进行突破，需要人工集体决策进行解决</a:t>
                      </a:r>
                      <a:endParaRPr kumimoji="0" lang="en-US" altLang="zh-CN" sz="1200" b="0" i="0" u="none" strike="noStrike" kern="0" cap="none" spc="0" normalizeH="0" baseline="0" noProof="0" dirty="0">
                        <a:ln>
                          <a:noFill/>
                        </a:ln>
                        <a:solidFill>
                          <a:prstClr val="black"/>
                        </a:solidFill>
                        <a:effectLst/>
                        <a:uLnTx/>
                        <a:uFillTx/>
                        <a:latin typeface="+mn-ea"/>
                        <a:ea typeface="+mn-ea"/>
                        <a:cs typeface="+mn-cs"/>
                      </a:endParaRPr>
                    </a:p>
                  </a:txBody>
                  <a:tcPr>
                    <a:lnL>
                      <a:noFill/>
                    </a:lnL>
                    <a:lnR cap="flat">
                      <a:noFill/>
                    </a:lnR>
                    <a:lnT cap="flat">
                      <a:noFill/>
                    </a:lnT>
                    <a:lnB cap="flat">
                      <a:noFill/>
                    </a:lnB>
                    <a:lnTlToBr>
                      <a:noFill/>
                    </a:lnTlToBr>
                    <a:lnBlToTr>
                      <a:noFill/>
                    </a:lnBlToTr>
                    <a:solidFill>
                      <a:srgbClr val="F2F2F2">
                        <a:alpha val="100000"/>
                      </a:srgbClr>
                    </a:solidFill>
                  </a:tcPr>
                </a:tc>
                <a:extLst>
                  <a:ext uri="{0D108BD9-81ED-4DB2-BD59-A6C34878D82A}">
                    <a16:rowId xmlns:a16="http://schemas.microsoft.com/office/drawing/2014/main" val="10000"/>
                  </a:ext>
                </a:extLst>
              </a:tr>
            </a:tbl>
          </a:graphicData>
        </a:graphic>
      </p:graphicFrame>
      <p:graphicFrame>
        <p:nvGraphicFramePr>
          <p:cNvPr id="2" name="表格 1">
            <a:extLst>
              <a:ext uri="{FF2B5EF4-FFF2-40B4-BE49-F238E27FC236}">
                <a16:creationId xmlns:a16="http://schemas.microsoft.com/office/drawing/2014/main" id="{45D21EF0-5A60-4FE2-BA35-B5D597354D7C}"/>
              </a:ext>
            </a:extLst>
          </p:cNvPr>
          <p:cNvGraphicFramePr>
            <a:graphicFrameLocks noGrp="1"/>
          </p:cNvGraphicFramePr>
          <p:nvPr>
            <p:extLst>
              <p:ext uri="{D42A27DB-BD31-4B8C-83A1-F6EECF244321}">
                <p14:modId xmlns:p14="http://schemas.microsoft.com/office/powerpoint/2010/main" val="2454167300"/>
              </p:ext>
            </p:extLst>
          </p:nvPr>
        </p:nvGraphicFramePr>
        <p:xfrm>
          <a:off x="290510" y="801201"/>
          <a:ext cx="11615736" cy="4368376"/>
        </p:xfrm>
        <a:graphic>
          <a:graphicData uri="http://schemas.openxmlformats.org/drawingml/2006/table">
            <a:tbl>
              <a:tblPr firstRow="1" bandRow="1">
                <a:tableStyleId>{5940675A-B579-460E-94D1-54222C63F5DA}</a:tableStyleId>
              </a:tblPr>
              <a:tblGrid>
                <a:gridCol w="1948532">
                  <a:extLst>
                    <a:ext uri="{9D8B030D-6E8A-4147-A177-3AD203B41FA5}">
                      <a16:colId xmlns:a16="http://schemas.microsoft.com/office/drawing/2014/main" val="454950458"/>
                    </a:ext>
                  </a:extLst>
                </a:gridCol>
                <a:gridCol w="1999579">
                  <a:extLst>
                    <a:ext uri="{9D8B030D-6E8A-4147-A177-3AD203B41FA5}">
                      <a16:colId xmlns:a16="http://schemas.microsoft.com/office/drawing/2014/main" val="201751903"/>
                    </a:ext>
                  </a:extLst>
                </a:gridCol>
                <a:gridCol w="2600325">
                  <a:extLst>
                    <a:ext uri="{9D8B030D-6E8A-4147-A177-3AD203B41FA5}">
                      <a16:colId xmlns:a16="http://schemas.microsoft.com/office/drawing/2014/main" val="2575876567"/>
                    </a:ext>
                  </a:extLst>
                </a:gridCol>
                <a:gridCol w="1781179">
                  <a:extLst>
                    <a:ext uri="{9D8B030D-6E8A-4147-A177-3AD203B41FA5}">
                      <a16:colId xmlns:a16="http://schemas.microsoft.com/office/drawing/2014/main" val="3241284271"/>
                    </a:ext>
                  </a:extLst>
                </a:gridCol>
                <a:gridCol w="2752725">
                  <a:extLst>
                    <a:ext uri="{9D8B030D-6E8A-4147-A177-3AD203B41FA5}">
                      <a16:colId xmlns:a16="http://schemas.microsoft.com/office/drawing/2014/main" val="929558819"/>
                    </a:ext>
                  </a:extLst>
                </a:gridCol>
                <a:gridCol w="533396">
                  <a:extLst>
                    <a:ext uri="{9D8B030D-6E8A-4147-A177-3AD203B41FA5}">
                      <a16:colId xmlns:a16="http://schemas.microsoft.com/office/drawing/2014/main" val="3657289545"/>
                    </a:ext>
                  </a:extLst>
                </a:gridCol>
              </a:tblGrid>
              <a:tr h="245021">
                <a:tc rowSpan="2">
                  <a:txBody>
                    <a:bodyPr/>
                    <a:lstStyle/>
                    <a:p>
                      <a:pPr algn="ctr"/>
                      <a:r>
                        <a:rPr lang="zh-CN" altLang="en-US" sz="1600" b="1" kern="1200" dirty="0">
                          <a:solidFill>
                            <a:schemeClr val="tx1"/>
                          </a:solidFill>
                          <a:latin typeface="+mn-ea"/>
                          <a:ea typeface="+mn-ea"/>
                          <a:cs typeface="+mn-cs"/>
                        </a:rPr>
                        <a:t>活动</a:t>
                      </a:r>
                    </a:p>
                  </a:txBody>
                  <a:tcPr anchor="ctr">
                    <a:solidFill>
                      <a:schemeClr val="bg2">
                        <a:lumMod val="90000"/>
                      </a:schemeClr>
                    </a:solidFill>
                  </a:tcPr>
                </a:tc>
                <a:tc rowSpan="2">
                  <a:txBody>
                    <a:bodyPr/>
                    <a:lstStyle/>
                    <a:p>
                      <a:pPr marL="0" algn="ctr" defTabSz="1187450" rtl="0" eaLnBrk="1" latinLnBrk="0" hangingPunct="1"/>
                      <a:r>
                        <a:rPr lang="zh-CN" altLang="en-US" sz="1600" b="1" kern="1200" dirty="0">
                          <a:solidFill>
                            <a:schemeClr val="tx1"/>
                          </a:solidFill>
                          <a:latin typeface="+mn-ea"/>
                          <a:ea typeface="+mn-ea"/>
                          <a:cs typeface="+mn-cs"/>
                        </a:rPr>
                        <a:t>目标</a:t>
                      </a:r>
                    </a:p>
                  </a:txBody>
                  <a:tcPr anchor="ctr">
                    <a:solidFill>
                      <a:schemeClr val="bg2">
                        <a:lumMod val="90000"/>
                      </a:schemeClr>
                    </a:solidFill>
                  </a:tcPr>
                </a:tc>
                <a:tc gridSpan="3">
                  <a:txBody>
                    <a:bodyPr/>
                    <a:lstStyle/>
                    <a:p>
                      <a:pPr marL="0" indent="0" algn="ctr">
                        <a:buNone/>
                      </a:pPr>
                      <a:r>
                        <a:rPr lang="en-US" altLang="zh-CN" sz="1200" b="1" kern="1200" dirty="0">
                          <a:solidFill>
                            <a:schemeClr val="tx1"/>
                          </a:solidFill>
                          <a:latin typeface="+mn-ea"/>
                          <a:ea typeface="+mn-ea"/>
                          <a:cs typeface="+mn-cs"/>
                        </a:rPr>
                        <a:t>Agent</a:t>
                      </a:r>
                      <a:r>
                        <a:rPr lang="zh-CN" altLang="en-US" sz="1200" b="1" kern="1200" dirty="0">
                          <a:solidFill>
                            <a:schemeClr val="tx1"/>
                          </a:solidFill>
                          <a:latin typeface="+mn-ea"/>
                          <a:ea typeface="+mn-ea"/>
                          <a:cs typeface="+mn-cs"/>
                        </a:rPr>
                        <a:t>使能效果</a:t>
                      </a:r>
                    </a:p>
                  </a:txBody>
                  <a:tcPr anchor="ctr">
                    <a:solidFill>
                      <a:schemeClr val="bg2">
                        <a:lumMod val="90000"/>
                      </a:schemeClr>
                    </a:solidFill>
                  </a:tcPr>
                </a:tc>
                <a:tc hMerge="1">
                  <a:txBody>
                    <a:bodyPr/>
                    <a:lstStyle/>
                    <a:p>
                      <a:endParaRPr lang="zh-CN" altLang="en-US" dirty="0"/>
                    </a:p>
                  </a:txBody>
                  <a:tcPr/>
                </a:tc>
                <a:tc hMerge="1">
                  <a:txBody>
                    <a:bodyPr/>
                    <a:lstStyle/>
                    <a:p>
                      <a:endParaRPr lang="zh-CN" altLang="en-US" dirty="0"/>
                    </a:p>
                  </a:txBody>
                  <a:tcPr/>
                </a:tc>
                <a:tc rowSpan="2">
                  <a:txBody>
                    <a:bodyPr/>
                    <a:lstStyle/>
                    <a:p>
                      <a:pPr marL="0" indent="0" algn="ctr">
                        <a:buNone/>
                      </a:pPr>
                      <a:r>
                        <a:rPr lang="zh-CN" altLang="en-US" sz="1200" b="1" kern="1200" dirty="0">
                          <a:solidFill>
                            <a:schemeClr val="tx1"/>
                          </a:solidFill>
                          <a:latin typeface="+mn-ea"/>
                          <a:ea typeface="+mn-ea"/>
                          <a:cs typeface="+mn-cs"/>
                        </a:rPr>
                        <a:t>活动占比</a:t>
                      </a:r>
                    </a:p>
                  </a:txBody>
                  <a:tcPr anchor="ctr">
                    <a:solidFill>
                      <a:schemeClr val="bg2">
                        <a:lumMod val="90000"/>
                      </a:schemeClr>
                    </a:solidFill>
                  </a:tcPr>
                </a:tc>
                <a:extLst>
                  <a:ext uri="{0D108BD9-81ED-4DB2-BD59-A6C34878D82A}">
                    <a16:rowId xmlns:a16="http://schemas.microsoft.com/office/drawing/2014/main" val="1069529354"/>
                  </a:ext>
                </a:extLst>
              </a:tr>
              <a:tr h="231409">
                <a:tc vMerge="1">
                  <a:txBody>
                    <a:bodyPr/>
                    <a:lstStyle/>
                    <a:p>
                      <a:endParaRPr lang="zh-CN" altLang="en-US" sz="1200" dirty="0"/>
                    </a:p>
                  </a:txBody>
                  <a:tcPr/>
                </a:tc>
                <a:tc vMerge="1">
                  <a:txBody>
                    <a:bodyPr/>
                    <a:lstStyle/>
                    <a:p>
                      <a:pPr marL="0" algn="l" defTabSz="1187450" rtl="0" eaLnBrk="1" latinLnBrk="0" hangingPunct="1"/>
                      <a:endParaRPr lang="zh-CN" altLang="en-US" sz="1200" kern="1200" dirty="0">
                        <a:solidFill>
                          <a:schemeClr val="tx1"/>
                        </a:solidFill>
                        <a:latin typeface="+mn-lt"/>
                        <a:ea typeface="+mn-ea"/>
                        <a:cs typeface="+mn-cs"/>
                      </a:endParaRPr>
                    </a:p>
                  </a:txBody>
                  <a:tcPr/>
                </a:tc>
                <a:tc>
                  <a:txBody>
                    <a:bodyPr/>
                    <a:lstStyle/>
                    <a:p>
                      <a:pPr marL="0" algn="ctr" defTabSz="1187450" rtl="0" eaLnBrk="1" latinLnBrk="0" hangingPunct="1"/>
                      <a:r>
                        <a:rPr lang="zh-CN" altLang="en-US" sz="1100" b="1" kern="1200" dirty="0">
                          <a:solidFill>
                            <a:srgbClr val="C00000"/>
                          </a:solidFill>
                          <a:latin typeface="+mn-ea"/>
                          <a:ea typeface="+mn-ea"/>
                          <a:cs typeface="+mn-cs"/>
                        </a:rPr>
                        <a:t>能做（高</a:t>
                      </a:r>
                      <a:r>
                        <a:rPr lang="en-US" altLang="zh-CN" sz="1100" b="1" kern="1200" dirty="0">
                          <a:solidFill>
                            <a:srgbClr val="C00000"/>
                          </a:solidFill>
                          <a:latin typeface="+mn-ea"/>
                          <a:ea typeface="+mn-ea"/>
                          <a:cs typeface="+mn-cs"/>
                        </a:rPr>
                        <a:t>ROI</a:t>
                      </a:r>
                      <a:r>
                        <a:rPr lang="zh-CN" altLang="en-US" sz="1100" b="1" kern="1200" dirty="0">
                          <a:solidFill>
                            <a:srgbClr val="C00000"/>
                          </a:solidFill>
                          <a:latin typeface="+mn-ea"/>
                          <a:ea typeface="+mn-ea"/>
                          <a:cs typeface="+mn-cs"/>
                        </a:rPr>
                        <a:t>，场景总体占比</a:t>
                      </a:r>
                      <a:r>
                        <a:rPr lang="en-US" altLang="zh-CN" sz="1100" b="1" kern="1200" dirty="0">
                          <a:solidFill>
                            <a:srgbClr val="C00000"/>
                          </a:solidFill>
                          <a:latin typeface="+mn-ea"/>
                          <a:ea typeface="+mn-ea"/>
                          <a:cs typeface="+mn-cs"/>
                        </a:rPr>
                        <a:t>20%</a:t>
                      </a:r>
                      <a:r>
                        <a:rPr lang="zh-CN" altLang="en-US" sz="1100" b="1" kern="1200" dirty="0">
                          <a:solidFill>
                            <a:srgbClr val="C00000"/>
                          </a:solidFill>
                          <a:latin typeface="+mn-ea"/>
                          <a:ea typeface="+mn-ea"/>
                          <a:cs typeface="+mn-cs"/>
                        </a:rPr>
                        <a:t>）</a:t>
                      </a:r>
                    </a:p>
                  </a:txBody>
                  <a:tcPr anchor="ctr">
                    <a:solidFill>
                      <a:schemeClr val="bg2">
                        <a:lumMod val="90000"/>
                      </a:schemeClr>
                    </a:solidFill>
                  </a:tcPr>
                </a:tc>
                <a:tc>
                  <a:txBody>
                    <a:bodyPr/>
                    <a:lstStyle/>
                    <a:p>
                      <a:pPr marL="0" marR="0" lvl="0" indent="0" algn="ctr" defTabSz="1187450" rtl="0" eaLnBrk="1" fontAlgn="auto" latinLnBrk="0" hangingPunct="1">
                        <a:lnSpc>
                          <a:spcPct val="100000"/>
                        </a:lnSpc>
                        <a:spcBef>
                          <a:spcPts val="0"/>
                        </a:spcBef>
                        <a:spcAft>
                          <a:spcPts val="0"/>
                        </a:spcAft>
                        <a:buClrTx/>
                        <a:buSzTx/>
                        <a:buFontTx/>
                        <a:buNone/>
                        <a:tabLst/>
                        <a:defRPr/>
                      </a:pPr>
                      <a:r>
                        <a:rPr lang="zh-CN" altLang="en-US" sz="1100" b="1" kern="1200" dirty="0">
                          <a:solidFill>
                            <a:srgbClr val="C00000"/>
                          </a:solidFill>
                          <a:latin typeface="+mn-ea"/>
                          <a:ea typeface="+mn-ea"/>
                          <a:cs typeface="+mn-cs"/>
                        </a:rPr>
                        <a:t>探索做（中</a:t>
                      </a:r>
                      <a:r>
                        <a:rPr lang="en-US" altLang="zh-CN" sz="1100" b="1" kern="1200" dirty="0">
                          <a:solidFill>
                            <a:srgbClr val="C00000"/>
                          </a:solidFill>
                          <a:latin typeface="+mn-ea"/>
                          <a:ea typeface="+mn-ea"/>
                          <a:cs typeface="+mn-cs"/>
                        </a:rPr>
                        <a:t>/</a:t>
                      </a:r>
                      <a:r>
                        <a:rPr lang="zh-CN" altLang="en-US" sz="1100" b="1" kern="1200" dirty="0">
                          <a:solidFill>
                            <a:srgbClr val="C00000"/>
                          </a:solidFill>
                          <a:latin typeface="+mn-ea"/>
                          <a:ea typeface="+mn-ea"/>
                          <a:cs typeface="+mn-cs"/>
                        </a:rPr>
                        <a:t>低</a:t>
                      </a:r>
                      <a:r>
                        <a:rPr lang="en-US" altLang="zh-CN" sz="1100" b="1" kern="1200" dirty="0">
                          <a:solidFill>
                            <a:srgbClr val="C00000"/>
                          </a:solidFill>
                          <a:latin typeface="+mn-ea"/>
                          <a:ea typeface="+mn-ea"/>
                          <a:cs typeface="+mn-cs"/>
                        </a:rPr>
                        <a:t>ROI</a:t>
                      </a:r>
                      <a:r>
                        <a:rPr lang="zh-CN" altLang="en-US" sz="1100" b="1" kern="1200" dirty="0">
                          <a:solidFill>
                            <a:srgbClr val="C00000"/>
                          </a:solidFill>
                          <a:latin typeface="+mn-ea"/>
                          <a:ea typeface="+mn-ea"/>
                          <a:cs typeface="+mn-cs"/>
                        </a:rPr>
                        <a:t>）</a:t>
                      </a:r>
                      <a:endParaRPr lang="en-US" altLang="zh-CN" sz="1100" b="1" kern="1200" dirty="0">
                        <a:solidFill>
                          <a:srgbClr val="C00000"/>
                        </a:solidFill>
                        <a:latin typeface="+mn-ea"/>
                        <a:ea typeface="+mn-ea"/>
                        <a:cs typeface="+mn-cs"/>
                      </a:endParaRPr>
                    </a:p>
                    <a:p>
                      <a:pPr marL="0" marR="0" lvl="0" indent="0" algn="ctr" defTabSz="1187450" rtl="0" eaLnBrk="1" fontAlgn="auto" latinLnBrk="0" hangingPunct="1">
                        <a:lnSpc>
                          <a:spcPct val="100000"/>
                        </a:lnSpc>
                        <a:spcBef>
                          <a:spcPts val="0"/>
                        </a:spcBef>
                        <a:spcAft>
                          <a:spcPts val="0"/>
                        </a:spcAft>
                        <a:buClrTx/>
                        <a:buSzTx/>
                        <a:buFontTx/>
                        <a:buNone/>
                        <a:tabLst/>
                        <a:defRPr/>
                      </a:pPr>
                      <a:r>
                        <a:rPr lang="zh-CN" altLang="en-US" sz="1100" b="1" kern="1200" dirty="0">
                          <a:solidFill>
                            <a:srgbClr val="C00000"/>
                          </a:solidFill>
                          <a:latin typeface="+mn-ea"/>
                          <a:ea typeface="+mn-ea"/>
                          <a:cs typeface="+mn-cs"/>
                        </a:rPr>
                        <a:t>（场景总体占比</a:t>
                      </a:r>
                      <a:r>
                        <a:rPr lang="en-US" altLang="zh-CN" sz="1100" b="1" kern="1200" dirty="0">
                          <a:solidFill>
                            <a:srgbClr val="C00000"/>
                          </a:solidFill>
                          <a:latin typeface="+mn-ea"/>
                          <a:ea typeface="+mn-ea"/>
                          <a:cs typeface="+mn-cs"/>
                        </a:rPr>
                        <a:t>50%</a:t>
                      </a:r>
                      <a:r>
                        <a:rPr lang="zh-CN" altLang="en-US" sz="1100" b="1" kern="1200" dirty="0">
                          <a:solidFill>
                            <a:srgbClr val="C00000"/>
                          </a:solidFill>
                          <a:latin typeface="+mn-ea"/>
                          <a:ea typeface="+mn-ea"/>
                          <a:cs typeface="+mn-cs"/>
                        </a:rPr>
                        <a:t>）</a:t>
                      </a:r>
                    </a:p>
                  </a:txBody>
                  <a:tcPr anchor="ctr">
                    <a:solidFill>
                      <a:schemeClr val="bg2">
                        <a:lumMod val="90000"/>
                      </a:schemeClr>
                    </a:solidFill>
                  </a:tcPr>
                </a:tc>
                <a:tc>
                  <a:txBody>
                    <a:bodyPr/>
                    <a:lstStyle/>
                    <a:p>
                      <a:pPr marL="0" marR="0" lvl="0" indent="0" algn="ctr" defTabSz="1187450" rtl="0" eaLnBrk="1" fontAlgn="auto" latinLnBrk="0" hangingPunct="1">
                        <a:lnSpc>
                          <a:spcPct val="100000"/>
                        </a:lnSpc>
                        <a:spcBef>
                          <a:spcPts val="0"/>
                        </a:spcBef>
                        <a:spcAft>
                          <a:spcPts val="0"/>
                        </a:spcAft>
                        <a:buClrTx/>
                        <a:buSzTx/>
                        <a:buFontTx/>
                        <a:buNone/>
                        <a:tabLst/>
                        <a:defRPr/>
                      </a:pPr>
                      <a:r>
                        <a:rPr lang="zh-CN" altLang="en-US" sz="1100" b="1" kern="1200" dirty="0">
                          <a:solidFill>
                            <a:srgbClr val="C00000"/>
                          </a:solidFill>
                          <a:latin typeface="+mn-ea"/>
                          <a:ea typeface="+mn-ea"/>
                          <a:cs typeface="+mn-cs"/>
                        </a:rPr>
                        <a:t>暂时</a:t>
                      </a:r>
                      <a:r>
                        <a:rPr lang="zh-CN" altLang="en-US" sz="1100" b="1" kern="1200">
                          <a:solidFill>
                            <a:srgbClr val="C00000"/>
                          </a:solidFill>
                          <a:latin typeface="+mn-ea"/>
                          <a:ea typeface="+mn-ea"/>
                          <a:cs typeface="+mn-cs"/>
                        </a:rPr>
                        <a:t>做不了（场景总体</a:t>
                      </a:r>
                      <a:r>
                        <a:rPr lang="zh-CN" altLang="en-US" sz="1100" b="1" kern="1200" dirty="0">
                          <a:solidFill>
                            <a:srgbClr val="C00000"/>
                          </a:solidFill>
                          <a:latin typeface="+mn-ea"/>
                          <a:ea typeface="+mn-ea"/>
                          <a:cs typeface="+mn-cs"/>
                        </a:rPr>
                        <a:t>占比</a:t>
                      </a:r>
                      <a:r>
                        <a:rPr lang="en-US" altLang="zh-CN" sz="1100" b="1" kern="1200" dirty="0">
                          <a:solidFill>
                            <a:srgbClr val="C00000"/>
                          </a:solidFill>
                          <a:latin typeface="+mn-ea"/>
                          <a:ea typeface="+mn-ea"/>
                          <a:cs typeface="+mn-cs"/>
                        </a:rPr>
                        <a:t>30%</a:t>
                      </a:r>
                      <a:r>
                        <a:rPr lang="zh-CN" altLang="en-US" sz="1100" b="1" kern="1200" dirty="0">
                          <a:solidFill>
                            <a:srgbClr val="C00000"/>
                          </a:solidFill>
                          <a:latin typeface="+mn-ea"/>
                          <a:ea typeface="+mn-ea"/>
                          <a:cs typeface="+mn-cs"/>
                        </a:rPr>
                        <a:t>）</a:t>
                      </a:r>
                    </a:p>
                  </a:txBody>
                  <a:tcPr anchor="ctr">
                    <a:solidFill>
                      <a:schemeClr val="bg2">
                        <a:lumMod val="90000"/>
                      </a:schemeClr>
                    </a:solidFill>
                  </a:tcPr>
                </a:tc>
                <a:tc vMerge="1">
                  <a:txBody>
                    <a:bodyPr/>
                    <a:lstStyle/>
                    <a:p>
                      <a:pPr marL="0" marR="0" lvl="0" indent="0" algn="ctr" defTabSz="1187450" rtl="0" eaLnBrk="1" fontAlgn="auto" latinLnBrk="0" hangingPunct="1">
                        <a:lnSpc>
                          <a:spcPct val="100000"/>
                        </a:lnSpc>
                        <a:spcBef>
                          <a:spcPts val="0"/>
                        </a:spcBef>
                        <a:spcAft>
                          <a:spcPts val="0"/>
                        </a:spcAft>
                        <a:buClrTx/>
                        <a:buSzTx/>
                        <a:buFontTx/>
                        <a:buNone/>
                        <a:tabLst/>
                        <a:defRPr/>
                      </a:pPr>
                      <a:endParaRPr lang="zh-CN" altLang="en-US" sz="1100" b="1" kern="1200" dirty="0">
                        <a:solidFill>
                          <a:srgbClr val="C00000"/>
                        </a:solidFill>
                        <a:latin typeface="+mn-ea"/>
                        <a:ea typeface="+mn-ea"/>
                        <a:cs typeface="+mn-cs"/>
                      </a:endParaRPr>
                    </a:p>
                  </a:txBody>
                  <a:tcPr anchor="ctr">
                    <a:solidFill>
                      <a:schemeClr val="bg2">
                        <a:lumMod val="90000"/>
                      </a:schemeClr>
                    </a:solidFill>
                  </a:tcPr>
                </a:tc>
                <a:extLst>
                  <a:ext uri="{0D108BD9-81ED-4DB2-BD59-A6C34878D82A}">
                    <a16:rowId xmlns:a16="http://schemas.microsoft.com/office/drawing/2014/main" val="2927627986"/>
                  </a:ext>
                </a:extLst>
              </a:tr>
              <a:tr h="626165">
                <a:tc rowSpan="7">
                  <a:txBody>
                    <a:bodyPr/>
                    <a:lstStyle/>
                    <a:p>
                      <a:pPr marL="0" algn="ctr" defTabSz="1187450" rtl="0" eaLnBrk="1" latinLnBrk="0" hangingPunct="1"/>
                      <a:endParaRPr lang="en-US" altLang="zh-CN" sz="1000" kern="1200" dirty="0">
                        <a:solidFill>
                          <a:schemeClr val="tx1"/>
                        </a:solidFill>
                        <a:latin typeface="+mn-ea"/>
                        <a:ea typeface="+mn-ea"/>
                        <a:cs typeface="+mn-cs"/>
                      </a:endParaRPr>
                    </a:p>
                  </a:txBody>
                  <a:tcPr/>
                </a:tc>
                <a:tc>
                  <a:txBody>
                    <a:bodyPr/>
                    <a:lstStyle/>
                    <a:p>
                      <a:pPr algn="l"/>
                      <a:r>
                        <a:rPr lang="zh-CN" altLang="en-US" sz="1000" kern="1200" dirty="0">
                          <a:solidFill>
                            <a:schemeClr val="tx1"/>
                          </a:solidFill>
                          <a:latin typeface="+mn-ea"/>
                          <a:ea typeface="+mn-ea"/>
                          <a:cs typeface="+mn-cs"/>
                        </a:rPr>
                        <a:t>输出模型组网和特征</a:t>
                      </a:r>
                    </a:p>
                  </a:txBody>
                  <a:tcPr anchor="ctr"/>
                </a:tc>
                <a:tc>
                  <a:txBody>
                    <a:bodyPr/>
                    <a:lstStyle/>
                    <a:p>
                      <a:r>
                        <a:rPr lang="zh-CN" altLang="en-US" sz="1000" kern="1200" dirty="0">
                          <a:solidFill>
                            <a:schemeClr val="tx1"/>
                          </a:solidFill>
                          <a:latin typeface="+mn-ea"/>
                          <a:ea typeface="+mn-ea"/>
                          <a:cs typeface="+mn-cs"/>
                        </a:rPr>
                        <a:t>输出计算流程图以及模型特征（包括</a:t>
                      </a:r>
                      <a:r>
                        <a:rPr lang="en-US" altLang="zh-CN" sz="1000" kern="1200" dirty="0">
                          <a:solidFill>
                            <a:schemeClr val="tx1"/>
                          </a:solidFill>
                          <a:latin typeface="+mn-ea"/>
                          <a:ea typeface="+mn-ea"/>
                          <a:cs typeface="+mn-cs"/>
                        </a:rPr>
                        <a:t>Attention</a:t>
                      </a:r>
                      <a:r>
                        <a:rPr lang="zh-CN" altLang="en-US" sz="1000" kern="1200" dirty="0">
                          <a:solidFill>
                            <a:schemeClr val="tx1"/>
                          </a:solidFill>
                          <a:latin typeface="+mn-ea"/>
                          <a:ea typeface="+mn-ea"/>
                          <a:cs typeface="+mn-cs"/>
                        </a:rPr>
                        <a:t>类型、</a:t>
                      </a:r>
                      <a:r>
                        <a:rPr lang="en-US" altLang="zh-CN" sz="1000" kern="1200" dirty="0">
                          <a:solidFill>
                            <a:schemeClr val="tx1"/>
                          </a:solidFill>
                          <a:latin typeface="+mn-ea"/>
                          <a:ea typeface="+mn-ea"/>
                          <a:cs typeface="+mn-cs"/>
                        </a:rPr>
                        <a:t>MoE</a:t>
                      </a:r>
                      <a:r>
                        <a:rPr lang="zh-CN" altLang="en-US" sz="1000" kern="1200" dirty="0">
                          <a:solidFill>
                            <a:schemeClr val="tx1"/>
                          </a:solidFill>
                          <a:latin typeface="+mn-ea"/>
                          <a:ea typeface="+mn-ea"/>
                          <a:cs typeface="+mn-cs"/>
                        </a:rPr>
                        <a:t>规模、参数量等）</a:t>
                      </a:r>
                      <a:endParaRPr lang="en-US" altLang="zh-CN" sz="1000" kern="1200" dirty="0">
                        <a:solidFill>
                          <a:schemeClr val="tx1"/>
                        </a:solidFill>
                        <a:latin typeface="+mn-ea"/>
                        <a:ea typeface="+mn-ea"/>
                        <a:cs typeface="+mn-cs"/>
                      </a:endParaRPr>
                    </a:p>
                    <a:p>
                      <a:r>
                        <a:rPr lang="zh-CN" altLang="en-US" sz="1000" b="1" kern="1200" dirty="0">
                          <a:solidFill>
                            <a:schemeClr val="tx1"/>
                          </a:solidFill>
                          <a:latin typeface="+mn-ea"/>
                          <a:ea typeface="+mn-ea"/>
                          <a:cs typeface="+mn-cs"/>
                        </a:rPr>
                        <a:t>预期效果：耗时天级到小时级</a:t>
                      </a:r>
                    </a:p>
                  </a:txBody>
                  <a:tcPr/>
                </a:tc>
                <a:tc>
                  <a:txBody>
                    <a:bodyPr/>
                    <a:lstStyle/>
                    <a:p>
                      <a:r>
                        <a:rPr lang="zh-CN" altLang="en-US" sz="1000" kern="1200" dirty="0">
                          <a:solidFill>
                            <a:schemeClr val="tx1"/>
                          </a:solidFill>
                          <a:latin typeface="+mn-ea"/>
                          <a:ea typeface="+mn-ea"/>
                          <a:cs typeface="+mn-cs"/>
                        </a:rPr>
                        <a:t>模型的量化方案、显存占用、并行策略分析、激活值分析</a:t>
                      </a:r>
                    </a:p>
                  </a:txBody>
                  <a:tcPr/>
                </a:tc>
                <a:tc>
                  <a:txBody>
                    <a:bodyPr/>
                    <a:lstStyle/>
                    <a:p>
                      <a:r>
                        <a:rPr lang="zh-CN" altLang="en-US" sz="1000" kern="1200" dirty="0">
                          <a:solidFill>
                            <a:schemeClr val="tx1"/>
                          </a:solidFill>
                          <a:latin typeface="+mn-ea"/>
                          <a:ea typeface="+mn-ea"/>
                          <a:cs typeface="+mn-cs"/>
                        </a:rPr>
                        <a:t>无模型脚本仅有相关描述或论文</a:t>
                      </a:r>
                    </a:p>
                  </a:txBody>
                  <a:tcPr/>
                </a:tc>
                <a:tc>
                  <a:txBody>
                    <a:bodyPr/>
                    <a:lstStyle/>
                    <a:p>
                      <a:r>
                        <a:rPr lang="en-US" altLang="zh-CN" sz="1000" kern="1200" dirty="0">
                          <a:solidFill>
                            <a:schemeClr val="tx1"/>
                          </a:solidFill>
                          <a:latin typeface="+mn-ea"/>
                          <a:ea typeface="+mn-ea"/>
                          <a:cs typeface="+mn-cs"/>
                        </a:rPr>
                        <a:t>5%</a:t>
                      </a:r>
                      <a:endParaRPr lang="zh-CN" altLang="en-US" sz="1000" kern="1200" dirty="0">
                        <a:solidFill>
                          <a:schemeClr val="tx1"/>
                        </a:solidFill>
                        <a:latin typeface="+mn-ea"/>
                        <a:ea typeface="+mn-ea"/>
                        <a:cs typeface="+mn-cs"/>
                      </a:endParaRPr>
                    </a:p>
                  </a:txBody>
                  <a:tcPr/>
                </a:tc>
                <a:extLst>
                  <a:ext uri="{0D108BD9-81ED-4DB2-BD59-A6C34878D82A}">
                    <a16:rowId xmlns:a16="http://schemas.microsoft.com/office/drawing/2014/main" val="679061674"/>
                  </a:ext>
                </a:extLst>
              </a:tr>
              <a:tr h="490042">
                <a:tc vMerge="1">
                  <a:txBody>
                    <a:bodyPr/>
                    <a:lstStyle/>
                    <a:p>
                      <a:pPr marL="0" algn="ctr" defTabSz="1187450" rtl="0" eaLnBrk="1" latinLnBrk="0" hangingPunct="1"/>
                      <a:endParaRPr lang="zh-CN" altLang="en-US" sz="1000" kern="1200" dirty="0">
                        <a:solidFill>
                          <a:schemeClr val="tx1"/>
                        </a:solidFill>
                        <a:latin typeface="+mn-ea"/>
                        <a:ea typeface="+mn-ea"/>
                        <a:cs typeface="+mn-cs"/>
                      </a:endParaRPr>
                    </a:p>
                  </a:txBody>
                  <a:tcPr/>
                </a:tc>
                <a:tc>
                  <a:txBody>
                    <a:bodyPr/>
                    <a:lstStyle/>
                    <a:p>
                      <a:pPr algn="l"/>
                      <a:r>
                        <a:rPr lang="zh-CN" altLang="en-US" sz="1000" kern="1200" dirty="0">
                          <a:solidFill>
                            <a:schemeClr val="tx1"/>
                          </a:solidFill>
                          <a:latin typeface="+mn-ea"/>
                          <a:ea typeface="+mn-ea"/>
                          <a:cs typeface="+mn-cs"/>
                        </a:rPr>
                        <a:t>输出量化、框架特性及融合算子设计方案及源码实现</a:t>
                      </a:r>
                    </a:p>
                  </a:txBody>
                  <a:tcPr anchor="ctr"/>
                </a:tc>
                <a:tc>
                  <a:txBody>
                    <a:bodyPr/>
                    <a:lstStyle/>
                    <a:p>
                      <a:r>
                        <a:rPr lang="zh-CN" altLang="en-US" sz="1000" kern="1200" dirty="0">
                          <a:solidFill>
                            <a:srgbClr val="C00000"/>
                          </a:solidFill>
                          <a:latin typeface="+mn-ea"/>
                          <a:ea typeface="+mn-ea"/>
                          <a:cs typeface="+mn-cs"/>
                        </a:rPr>
                        <a:t>单一场景</a:t>
                      </a:r>
                      <a:r>
                        <a:rPr lang="zh-CN" altLang="en-US" sz="1000" kern="1200" dirty="0">
                          <a:solidFill>
                            <a:schemeClr val="tx1"/>
                          </a:solidFill>
                          <a:latin typeface="+mn-ea"/>
                          <a:ea typeface="+mn-ea"/>
                          <a:cs typeface="+mn-cs"/>
                        </a:rPr>
                        <a:t>的框架特性、简单</a:t>
                      </a:r>
                      <a:r>
                        <a:rPr lang="en-US" altLang="zh-CN" sz="1000" kern="1200" dirty="0">
                          <a:solidFill>
                            <a:schemeClr val="tx1"/>
                          </a:solidFill>
                          <a:latin typeface="+mn-ea"/>
                          <a:ea typeface="+mn-ea"/>
                          <a:cs typeface="+mn-cs"/>
                        </a:rPr>
                        <a:t>Vector</a:t>
                      </a:r>
                      <a:r>
                        <a:rPr lang="zh-CN" altLang="en-US" sz="1000" kern="1200" dirty="0">
                          <a:solidFill>
                            <a:schemeClr val="tx1"/>
                          </a:solidFill>
                          <a:latin typeface="+mn-ea"/>
                          <a:ea typeface="+mn-ea"/>
                          <a:cs typeface="+mn-cs"/>
                        </a:rPr>
                        <a:t>算子</a:t>
                      </a:r>
                      <a:endParaRPr lang="en-US" altLang="zh-CN" sz="1000" kern="1200" dirty="0">
                        <a:solidFill>
                          <a:schemeClr val="tx1"/>
                        </a:solidFill>
                        <a:latin typeface="+mn-ea"/>
                        <a:ea typeface="+mn-ea"/>
                        <a:cs typeface="+mn-cs"/>
                      </a:endParaRPr>
                    </a:p>
                    <a:p>
                      <a:r>
                        <a:rPr lang="zh-CN" altLang="en-US" sz="1000" b="1" kern="1200" dirty="0">
                          <a:solidFill>
                            <a:schemeClr val="tx1"/>
                          </a:solidFill>
                          <a:latin typeface="+mn-ea"/>
                          <a:ea typeface="+mn-ea"/>
                          <a:cs typeface="+mn-cs"/>
                        </a:rPr>
                        <a:t>预期效果：耗时周级到天级</a:t>
                      </a:r>
                    </a:p>
                  </a:txBody>
                  <a:tcPr/>
                </a:tc>
                <a:tc>
                  <a:txBody>
                    <a:bodyPr/>
                    <a:lstStyle/>
                    <a:p>
                      <a:pPr marL="0" marR="0" lvl="0" indent="0" algn="l" defTabSz="1187450" rtl="0" eaLnBrk="1" fontAlgn="auto" latinLnBrk="0" hangingPunct="1">
                        <a:lnSpc>
                          <a:spcPct val="100000"/>
                        </a:lnSpc>
                        <a:spcBef>
                          <a:spcPts val="0"/>
                        </a:spcBef>
                        <a:spcAft>
                          <a:spcPts val="0"/>
                        </a:spcAft>
                        <a:buClrTx/>
                        <a:buSzTx/>
                        <a:buFontTx/>
                        <a:buNone/>
                        <a:tabLst/>
                        <a:defRPr/>
                      </a:pPr>
                      <a:r>
                        <a:rPr lang="zh-CN" altLang="en-US" sz="1000" dirty="0">
                          <a:solidFill>
                            <a:srgbClr val="C00000"/>
                          </a:solidFill>
                          <a:latin typeface="+mn-ea"/>
                          <a:ea typeface="+mn-ea"/>
                        </a:rPr>
                        <a:t>多特性叠加</a:t>
                      </a:r>
                      <a:r>
                        <a:rPr lang="zh-CN" altLang="en-US" sz="1000" dirty="0">
                          <a:latin typeface="+mn-ea"/>
                          <a:ea typeface="+mn-ea"/>
                        </a:rPr>
                        <a:t>场景方案设计及代码实现</a:t>
                      </a:r>
                      <a:endParaRPr lang="en-US" altLang="zh-CN" sz="1000" dirty="0">
                        <a:latin typeface="+mn-ea"/>
                        <a:ea typeface="+mn-ea"/>
                      </a:endParaRPr>
                    </a:p>
                  </a:txBody>
                  <a:tcPr/>
                </a:tc>
                <a:tc>
                  <a:txBody>
                    <a:bodyPr/>
                    <a:lstStyle/>
                    <a:p>
                      <a:r>
                        <a:rPr lang="zh-CN" altLang="en-US" sz="1000" kern="1200" dirty="0">
                          <a:solidFill>
                            <a:srgbClr val="C00000"/>
                          </a:solidFill>
                          <a:latin typeface="+mn-ea"/>
                          <a:ea typeface="+mn-ea"/>
                          <a:cs typeface="+mn-cs"/>
                        </a:rPr>
                        <a:t>复杂</a:t>
                      </a:r>
                      <a:r>
                        <a:rPr lang="en-US" altLang="zh-CN" sz="1000" kern="1200" dirty="0">
                          <a:solidFill>
                            <a:srgbClr val="C00000"/>
                          </a:solidFill>
                          <a:latin typeface="+mn-ea"/>
                          <a:ea typeface="+mn-ea"/>
                          <a:cs typeface="+mn-cs"/>
                        </a:rPr>
                        <a:t>CV/</a:t>
                      </a:r>
                      <a:r>
                        <a:rPr lang="zh-CN" altLang="en-US" sz="1000" kern="1200" dirty="0">
                          <a:solidFill>
                            <a:srgbClr val="C00000"/>
                          </a:solidFill>
                          <a:latin typeface="+mn-ea"/>
                          <a:ea typeface="+mn-ea"/>
                          <a:cs typeface="+mn-cs"/>
                        </a:rPr>
                        <a:t>通算融合</a:t>
                      </a:r>
                      <a:r>
                        <a:rPr lang="en-US" altLang="zh-CN" sz="1000" kern="1200" dirty="0">
                          <a:solidFill>
                            <a:schemeClr val="tx1"/>
                          </a:solidFill>
                          <a:latin typeface="+mn-ea"/>
                          <a:ea typeface="+mn-ea"/>
                          <a:cs typeface="+mn-cs"/>
                        </a:rPr>
                        <a:t>AscendC</a:t>
                      </a:r>
                      <a:r>
                        <a:rPr lang="zh-CN" altLang="en-US" sz="1000" kern="1200" dirty="0">
                          <a:solidFill>
                            <a:schemeClr val="tx1"/>
                          </a:solidFill>
                          <a:latin typeface="+mn-ea"/>
                          <a:ea typeface="+mn-ea"/>
                          <a:cs typeface="+mn-cs"/>
                        </a:rPr>
                        <a:t>算子设计和实现</a:t>
                      </a:r>
                      <a:endParaRPr lang="en-US" altLang="zh-CN" sz="1000" kern="1200" dirty="0">
                        <a:solidFill>
                          <a:schemeClr val="tx1"/>
                        </a:solidFill>
                        <a:latin typeface="+mn-ea"/>
                        <a:ea typeface="+mn-ea"/>
                        <a:cs typeface="+mn-cs"/>
                      </a:endParaRPr>
                    </a:p>
                    <a:p>
                      <a:r>
                        <a:rPr lang="zh-CN" altLang="en-US" sz="1000" kern="1200" dirty="0">
                          <a:solidFill>
                            <a:schemeClr val="tx1"/>
                          </a:solidFill>
                          <a:latin typeface="+mn-ea"/>
                          <a:ea typeface="+mn-ea"/>
                          <a:cs typeface="+mn-cs"/>
                        </a:rPr>
                        <a:t>面向</a:t>
                      </a:r>
                      <a:r>
                        <a:rPr lang="zh-CN" altLang="en-US" sz="1000" kern="1200" dirty="0">
                          <a:solidFill>
                            <a:srgbClr val="C00000"/>
                          </a:solidFill>
                          <a:latin typeface="+mn-ea"/>
                          <a:ea typeface="+mn-ea"/>
                          <a:cs typeface="+mn-cs"/>
                        </a:rPr>
                        <a:t>新代际硬件强相关</a:t>
                      </a:r>
                      <a:r>
                        <a:rPr lang="zh-CN" altLang="en-US" sz="1000" kern="1200" dirty="0">
                          <a:solidFill>
                            <a:schemeClr val="tx1"/>
                          </a:solidFill>
                          <a:latin typeface="+mn-ea"/>
                          <a:ea typeface="+mn-ea"/>
                          <a:cs typeface="+mn-cs"/>
                        </a:rPr>
                        <a:t>特性</a:t>
                      </a:r>
                      <a:r>
                        <a:rPr lang="en-US" altLang="zh-CN" sz="1000" kern="1200" dirty="0">
                          <a:solidFill>
                            <a:schemeClr val="tx1"/>
                          </a:solidFill>
                          <a:latin typeface="+mn-ea"/>
                          <a:ea typeface="+mn-ea"/>
                          <a:cs typeface="+mn-cs"/>
                        </a:rPr>
                        <a:t>/</a:t>
                      </a:r>
                      <a:r>
                        <a:rPr lang="zh-CN" altLang="en-US" sz="1000" kern="1200" dirty="0">
                          <a:solidFill>
                            <a:schemeClr val="tx1"/>
                          </a:solidFill>
                          <a:latin typeface="+mn-ea"/>
                          <a:ea typeface="+mn-ea"/>
                          <a:cs typeface="+mn-cs"/>
                        </a:rPr>
                        <a:t>算子设计和实现</a:t>
                      </a:r>
                    </a:p>
                  </a:txBody>
                  <a:tcPr/>
                </a:tc>
                <a:tc>
                  <a:txBody>
                    <a:bodyPr/>
                    <a:lstStyle/>
                    <a:p>
                      <a:r>
                        <a:rPr lang="en-US" altLang="zh-CN" sz="1000" kern="1200" dirty="0">
                          <a:solidFill>
                            <a:schemeClr val="tx1"/>
                          </a:solidFill>
                          <a:latin typeface="+mn-ea"/>
                          <a:ea typeface="+mn-ea"/>
                          <a:cs typeface="+mn-cs"/>
                        </a:rPr>
                        <a:t>60%</a:t>
                      </a:r>
                      <a:endParaRPr lang="zh-CN" altLang="en-US" sz="1000" kern="1200" dirty="0">
                        <a:solidFill>
                          <a:schemeClr val="tx1"/>
                        </a:solidFill>
                        <a:latin typeface="+mn-ea"/>
                        <a:ea typeface="+mn-ea"/>
                        <a:cs typeface="+mn-cs"/>
                      </a:endParaRPr>
                    </a:p>
                  </a:txBody>
                  <a:tcPr/>
                </a:tc>
                <a:extLst>
                  <a:ext uri="{0D108BD9-81ED-4DB2-BD59-A6C34878D82A}">
                    <a16:rowId xmlns:a16="http://schemas.microsoft.com/office/drawing/2014/main" val="2274669839"/>
                  </a:ext>
                </a:extLst>
              </a:tr>
              <a:tr h="490042">
                <a:tc vMerge="1">
                  <a:txBody>
                    <a:bodyPr/>
                    <a:lstStyle/>
                    <a:p>
                      <a:pPr marL="0" algn="ctr" defTabSz="1187450" rtl="0" eaLnBrk="1" latinLnBrk="0" hangingPunct="1"/>
                      <a:endParaRPr lang="zh-CN" altLang="en-US" sz="1000" kern="1200" dirty="0">
                        <a:solidFill>
                          <a:schemeClr val="tx1"/>
                        </a:solidFill>
                        <a:latin typeface="+mn-ea"/>
                        <a:ea typeface="+mn-ea"/>
                        <a:cs typeface="+mn-cs"/>
                      </a:endParaRPr>
                    </a:p>
                  </a:txBody>
                  <a:tcPr/>
                </a:tc>
                <a:tc>
                  <a:txBody>
                    <a:bodyPr/>
                    <a:lstStyle/>
                    <a:p>
                      <a:pPr algn="l"/>
                      <a:r>
                        <a:rPr lang="zh-CN" altLang="en-US" sz="1000" kern="1200" dirty="0">
                          <a:solidFill>
                            <a:schemeClr val="tx1"/>
                          </a:solidFill>
                          <a:latin typeface="+mn-ea"/>
                          <a:ea typeface="+mn-ea"/>
                          <a:cs typeface="+mn-cs"/>
                        </a:rPr>
                        <a:t>典型数据集符合精度标准</a:t>
                      </a:r>
                    </a:p>
                  </a:txBody>
                  <a:tcPr anchor="ctr"/>
                </a:tc>
                <a:tc>
                  <a:txBody>
                    <a:bodyPr/>
                    <a:lstStyle/>
                    <a:p>
                      <a:r>
                        <a:rPr lang="zh-CN" altLang="en-US" sz="1000" kern="1200" dirty="0">
                          <a:solidFill>
                            <a:srgbClr val="C00000"/>
                          </a:solidFill>
                          <a:latin typeface="+mn-ea"/>
                          <a:ea typeface="+mn-ea"/>
                          <a:cs typeface="+mn-cs"/>
                        </a:rPr>
                        <a:t>稳定复现且存在基线</a:t>
                      </a:r>
                      <a:r>
                        <a:rPr lang="zh-CN" altLang="en-US" sz="1000" kern="1200" dirty="0">
                          <a:solidFill>
                            <a:schemeClr val="tx1"/>
                          </a:solidFill>
                          <a:latin typeface="+mn-ea"/>
                          <a:ea typeface="+mn-ea"/>
                          <a:cs typeface="+mn-cs"/>
                        </a:rPr>
                        <a:t>的精度问题定位及修复，</a:t>
                      </a:r>
                      <a:endParaRPr lang="en-US" altLang="zh-CN" sz="1000" kern="1200" dirty="0">
                        <a:solidFill>
                          <a:schemeClr val="tx1"/>
                        </a:solidFill>
                        <a:latin typeface="+mn-ea"/>
                        <a:ea typeface="+mn-ea"/>
                        <a:cs typeface="+mn-cs"/>
                      </a:endParaRPr>
                    </a:p>
                    <a:p>
                      <a:r>
                        <a:rPr lang="zh-CN" altLang="en-US" sz="1000" b="1" kern="1200" dirty="0">
                          <a:solidFill>
                            <a:schemeClr val="tx1"/>
                          </a:solidFill>
                          <a:latin typeface="+mn-ea"/>
                          <a:ea typeface="+mn-ea"/>
                          <a:cs typeface="+mn-cs"/>
                        </a:rPr>
                        <a:t>预期效果：耗时天级到小时级</a:t>
                      </a:r>
                    </a:p>
                  </a:txBody>
                  <a:tcPr/>
                </a:tc>
                <a:tc>
                  <a:txBody>
                    <a:bodyPr/>
                    <a:lstStyle/>
                    <a:p>
                      <a:r>
                        <a:rPr lang="zh-CN" altLang="en-US" sz="1000" kern="1200" dirty="0">
                          <a:solidFill>
                            <a:srgbClr val="C00000"/>
                          </a:solidFill>
                          <a:latin typeface="+mn-ea"/>
                          <a:ea typeface="+mn-ea"/>
                          <a:cs typeface="+mn-cs"/>
                        </a:rPr>
                        <a:t>偶现且存在基线</a:t>
                      </a:r>
                      <a:r>
                        <a:rPr lang="zh-CN" altLang="en-US" sz="1000" kern="1200" dirty="0">
                          <a:solidFill>
                            <a:schemeClr val="tx1"/>
                          </a:solidFill>
                          <a:latin typeface="+mn-ea"/>
                          <a:ea typeface="+mn-ea"/>
                          <a:cs typeface="+mn-cs"/>
                        </a:rPr>
                        <a:t>的精度问题定位及修复</a:t>
                      </a:r>
                    </a:p>
                  </a:txBody>
                  <a:tcPr/>
                </a:tc>
                <a:tc>
                  <a:txBody>
                    <a:bodyPr/>
                    <a:lstStyle/>
                    <a:p>
                      <a:r>
                        <a:rPr lang="zh-CN" altLang="en-US" sz="1000" kern="1200" dirty="0">
                          <a:solidFill>
                            <a:srgbClr val="C00000"/>
                          </a:solidFill>
                          <a:latin typeface="+mn-ea"/>
                          <a:ea typeface="+mn-ea"/>
                          <a:cs typeface="+mn-cs"/>
                        </a:rPr>
                        <a:t>无基线</a:t>
                      </a:r>
                      <a:r>
                        <a:rPr lang="zh-CN" altLang="en-US" sz="1000" kern="1200" dirty="0">
                          <a:solidFill>
                            <a:schemeClr val="tx1"/>
                          </a:solidFill>
                          <a:latin typeface="+mn-ea"/>
                          <a:ea typeface="+mn-ea"/>
                          <a:cs typeface="+mn-cs"/>
                        </a:rPr>
                        <a:t>的精度问题定位</a:t>
                      </a:r>
                      <a:r>
                        <a:rPr lang="en-US" altLang="zh-CN" sz="1000" kern="1200" dirty="0">
                          <a:solidFill>
                            <a:schemeClr val="tx1"/>
                          </a:solidFill>
                          <a:latin typeface="+mn-ea"/>
                          <a:ea typeface="+mn-ea"/>
                          <a:cs typeface="+mn-cs"/>
                        </a:rPr>
                        <a:t>/</a:t>
                      </a:r>
                      <a:r>
                        <a:rPr lang="zh-CN" altLang="en-US" sz="1000" kern="1200" dirty="0">
                          <a:solidFill>
                            <a:schemeClr val="tx1"/>
                          </a:solidFill>
                          <a:latin typeface="+mn-ea"/>
                          <a:ea typeface="+mn-ea"/>
                          <a:cs typeface="+mn-cs"/>
                        </a:rPr>
                        <a:t>修复</a:t>
                      </a:r>
                    </a:p>
                  </a:txBody>
                  <a:tcPr/>
                </a:tc>
                <a:tc>
                  <a:txBody>
                    <a:bodyPr/>
                    <a:lstStyle/>
                    <a:p>
                      <a:r>
                        <a:rPr lang="en-US" altLang="zh-CN" sz="1000" kern="1200" dirty="0">
                          <a:solidFill>
                            <a:schemeClr val="tx1"/>
                          </a:solidFill>
                          <a:latin typeface="+mn-ea"/>
                          <a:ea typeface="+mn-ea"/>
                          <a:cs typeface="+mn-cs"/>
                        </a:rPr>
                        <a:t>15%</a:t>
                      </a:r>
                      <a:endParaRPr lang="zh-CN" altLang="en-US" sz="1000" kern="1200" dirty="0">
                        <a:solidFill>
                          <a:schemeClr val="tx1"/>
                        </a:solidFill>
                        <a:latin typeface="+mn-ea"/>
                        <a:ea typeface="+mn-ea"/>
                        <a:cs typeface="+mn-cs"/>
                      </a:endParaRPr>
                    </a:p>
                  </a:txBody>
                  <a:tcPr/>
                </a:tc>
                <a:extLst>
                  <a:ext uri="{0D108BD9-81ED-4DB2-BD59-A6C34878D82A}">
                    <a16:rowId xmlns:a16="http://schemas.microsoft.com/office/drawing/2014/main" val="3018715029"/>
                  </a:ext>
                </a:extLst>
              </a:tr>
              <a:tr h="626165">
                <a:tc vMerge="1">
                  <a:txBody>
                    <a:bodyPr/>
                    <a:lstStyle/>
                    <a:p>
                      <a:pPr marL="0" algn="ctr" defTabSz="1187450" rtl="0" eaLnBrk="1" latinLnBrk="0" hangingPunct="1"/>
                      <a:endParaRPr lang="zh-CN" altLang="en-US" sz="1000" kern="1200" dirty="0">
                        <a:solidFill>
                          <a:schemeClr val="tx1"/>
                        </a:solidFill>
                        <a:latin typeface="+mn-ea"/>
                        <a:ea typeface="+mn-ea"/>
                        <a:cs typeface="+mn-cs"/>
                      </a:endParaRPr>
                    </a:p>
                  </a:txBody>
                  <a:tcPr/>
                </a:tc>
                <a:tc>
                  <a:txBody>
                    <a:bodyPr/>
                    <a:lstStyle/>
                    <a:p>
                      <a:pPr algn="l"/>
                      <a:r>
                        <a:rPr lang="zh-CN" altLang="en-US" sz="1000" kern="1200" dirty="0">
                          <a:solidFill>
                            <a:schemeClr val="tx1"/>
                          </a:solidFill>
                          <a:latin typeface="+mn-ea"/>
                          <a:ea typeface="+mn-ea"/>
                          <a:cs typeface="+mn-cs"/>
                        </a:rPr>
                        <a:t>输出典型场景最优机器配比及优化特性配置</a:t>
                      </a:r>
                    </a:p>
                  </a:txBody>
                  <a:tcPr anchor="ctr"/>
                </a:tc>
                <a:tc>
                  <a:txBody>
                    <a:bodyPr/>
                    <a:lstStyle/>
                    <a:p>
                      <a:r>
                        <a:rPr lang="zh-CN" altLang="en-US" sz="1000" kern="1200" dirty="0">
                          <a:solidFill>
                            <a:schemeClr val="tx1"/>
                          </a:solidFill>
                          <a:latin typeface="+mn-ea"/>
                          <a:ea typeface="+mn-ea"/>
                          <a:cs typeface="+mn-cs"/>
                        </a:rPr>
                        <a:t>基于</a:t>
                      </a:r>
                      <a:r>
                        <a:rPr lang="zh-CN" altLang="en-US" sz="1000" kern="1200" dirty="0">
                          <a:solidFill>
                            <a:srgbClr val="C00000"/>
                          </a:solidFill>
                          <a:latin typeface="+mn-ea"/>
                          <a:ea typeface="+mn-ea"/>
                          <a:cs typeface="+mn-cs"/>
                        </a:rPr>
                        <a:t>同模型族</a:t>
                      </a:r>
                      <a:r>
                        <a:rPr lang="en-US" altLang="zh-CN" sz="1000" kern="1200" dirty="0">
                          <a:solidFill>
                            <a:srgbClr val="C00000"/>
                          </a:solidFill>
                          <a:latin typeface="+mn-ea"/>
                          <a:ea typeface="+mn-ea"/>
                          <a:cs typeface="+mn-cs"/>
                        </a:rPr>
                        <a:t>/</a:t>
                      </a:r>
                      <a:r>
                        <a:rPr lang="zh-CN" altLang="en-US" sz="1000" kern="1200" dirty="0">
                          <a:solidFill>
                            <a:srgbClr val="C00000"/>
                          </a:solidFill>
                          <a:latin typeface="+mn-ea"/>
                          <a:ea typeface="+mn-ea"/>
                          <a:cs typeface="+mn-cs"/>
                        </a:rPr>
                        <a:t>规模</a:t>
                      </a:r>
                      <a:r>
                        <a:rPr lang="zh-CN" altLang="en-US" sz="1000" kern="1200" dirty="0">
                          <a:solidFill>
                            <a:schemeClr val="tx1"/>
                          </a:solidFill>
                          <a:latin typeface="+mn-ea"/>
                          <a:ea typeface="+mn-ea"/>
                          <a:cs typeface="+mn-cs"/>
                        </a:rPr>
                        <a:t>模型文档输出配比及特性配置</a:t>
                      </a:r>
                      <a:endParaRPr lang="en-US" altLang="zh-CN" sz="1000" kern="1200" dirty="0">
                        <a:solidFill>
                          <a:schemeClr val="tx1"/>
                        </a:solidFill>
                        <a:latin typeface="+mn-ea"/>
                        <a:ea typeface="+mn-ea"/>
                        <a:cs typeface="+mn-cs"/>
                      </a:endParaRPr>
                    </a:p>
                    <a:p>
                      <a:r>
                        <a:rPr lang="zh-CN" altLang="en-US" sz="1000" b="1" kern="1200" dirty="0">
                          <a:solidFill>
                            <a:schemeClr val="tx1"/>
                          </a:solidFill>
                          <a:latin typeface="+mn-ea"/>
                          <a:ea typeface="+mn-ea"/>
                          <a:cs typeface="+mn-cs"/>
                        </a:rPr>
                        <a:t>预期效果：耗时小时级到分钟级</a:t>
                      </a:r>
                    </a:p>
                  </a:txBody>
                  <a:tcPr/>
                </a:tc>
                <a:tc>
                  <a:txBody>
                    <a:bodyPr/>
                    <a:lstStyle/>
                    <a:p>
                      <a:r>
                        <a:rPr lang="zh-CN" altLang="en-US" sz="1000" kern="1200" dirty="0">
                          <a:solidFill>
                            <a:srgbClr val="C00000"/>
                          </a:solidFill>
                          <a:latin typeface="+mn-ea"/>
                          <a:ea typeface="+mn-ea"/>
                          <a:cs typeface="+mn-cs"/>
                        </a:rPr>
                        <a:t>无历史参考文档</a:t>
                      </a:r>
                      <a:r>
                        <a:rPr lang="en-US" altLang="zh-CN" sz="1000" kern="1200" dirty="0">
                          <a:solidFill>
                            <a:srgbClr val="C00000"/>
                          </a:solidFill>
                          <a:latin typeface="+mn-ea"/>
                          <a:ea typeface="+mn-ea"/>
                          <a:cs typeface="+mn-cs"/>
                        </a:rPr>
                        <a:t>/</a:t>
                      </a:r>
                      <a:r>
                        <a:rPr lang="zh-CN" altLang="en-US" sz="1000" kern="1200" dirty="0">
                          <a:solidFill>
                            <a:srgbClr val="C00000"/>
                          </a:solidFill>
                          <a:latin typeface="+mn-ea"/>
                          <a:ea typeface="+mn-ea"/>
                          <a:cs typeface="+mn-cs"/>
                        </a:rPr>
                        <a:t>资料</a:t>
                      </a:r>
                      <a:r>
                        <a:rPr lang="zh-CN" altLang="en-US" sz="1000" kern="1200" dirty="0">
                          <a:solidFill>
                            <a:schemeClr val="tx1"/>
                          </a:solidFill>
                          <a:latin typeface="+mn-ea"/>
                          <a:ea typeface="+mn-ea"/>
                          <a:cs typeface="+mn-cs"/>
                        </a:rPr>
                        <a:t>，根据模型特征自动推导配比</a:t>
                      </a:r>
                      <a:r>
                        <a:rPr lang="en-US" altLang="zh-CN" sz="1000" kern="1200" dirty="0">
                          <a:solidFill>
                            <a:schemeClr val="tx1"/>
                          </a:solidFill>
                          <a:latin typeface="+mn-ea"/>
                          <a:ea typeface="+mn-ea"/>
                          <a:cs typeface="+mn-cs"/>
                        </a:rPr>
                        <a:t>/</a:t>
                      </a:r>
                      <a:r>
                        <a:rPr lang="zh-CN" altLang="en-US" sz="1000" kern="1200" dirty="0">
                          <a:solidFill>
                            <a:schemeClr val="tx1"/>
                          </a:solidFill>
                          <a:latin typeface="+mn-ea"/>
                          <a:ea typeface="+mn-ea"/>
                          <a:cs typeface="+mn-cs"/>
                        </a:rPr>
                        <a:t>配置</a:t>
                      </a:r>
                    </a:p>
                  </a:txBody>
                  <a:tcPr/>
                </a:tc>
                <a:tc>
                  <a:txBody>
                    <a:bodyPr/>
                    <a:lstStyle/>
                    <a:p>
                      <a:r>
                        <a:rPr lang="zh-CN" altLang="en-US" sz="1000" kern="1200" dirty="0">
                          <a:solidFill>
                            <a:srgbClr val="C00000"/>
                          </a:solidFill>
                          <a:latin typeface="+mn-ea"/>
                          <a:ea typeface="+mn-ea"/>
                          <a:cs typeface="+mn-cs"/>
                        </a:rPr>
                        <a:t>保密</a:t>
                      </a:r>
                      <a:r>
                        <a:rPr lang="en-US" altLang="zh-CN" sz="1000" kern="1200" dirty="0">
                          <a:solidFill>
                            <a:srgbClr val="C00000"/>
                          </a:solidFill>
                          <a:latin typeface="+mn-ea"/>
                          <a:ea typeface="+mn-ea"/>
                          <a:cs typeface="+mn-cs"/>
                        </a:rPr>
                        <a:t>/</a:t>
                      </a:r>
                      <a:r>
                        <a:rPr lang="zh-CN" altLang="en-US" sz="1000" kern="1200" dirty="0">
                          <a:solidFill>
                            <a:srgbClr val="C00000"/>
                          </a:solidFill>
                          <a:latin typeface="+mn-ea"/>
                          <a:ea typeface="+mn-ea"/>
                          <a:cs typeface="+mn-cs"/>
                        </a:rPr>
                        <a:t>未公开的硬件</a:t>
                      </a:r>
                      <a:r>
                        <a:rPr lang="en-US" altLang="zh-CN" sz="1000" kern="1200" dirty="0">
                          <a:solidFill>
                            <a:srgbClr val="C00000"/>
                          </a:solidFill>
                          <a:latin typeface="+mn-ea"/>
                          <a:ea typeface="+mn-ea"/>
                          <a:cs typeface="+mn-cs"/>
                        </a:rPr>
                        <a:t>/</a:t>
                      </a:r>
                      <a:r>
                        <a:rPr lang="zh-CN" altLang="en-US" sz="1000" kern="1200" dirty="0">
                          <a:solidFill>
                            <a:srgbClr val="C00000"/>
                          </a:solidFill>
                          <a:latin typeface="+mn-ea"/>
                          <a:ea typeface="+mn-ea"/>
                          <a:cs typeface="+mn-cs"/>
                        </a:rPr>
                        <a:t>组网</a:t>
                      </a:r>
                      <a:r>
                        <a:rPr lang="zh-CN" altLang="en-US" sz="1000" kern="1200" dirty="0">
                          <a:solidFill>
                            <a:schemeClr val="tx1"/>
                          </a:solidFill>
                          <a:latin typeface="+mn-ea"/>
                          <a:ea typeface="+mn-ea"/>
                          <a:cs typeface="+mn-cs"/>
                        </a:rPr>
                        <a:t>下的机器配比和特性配置</a:t>
                      </a:r>
                    </a:p>
                  </a:txBody>
                  <a:tcPr/>
                </a:tc>
                <a:tc>
                  <a:txBody>
                    <a:bodyPr/>
                    <a:lstStyle/>
                    <a:p>
                      <a:r>
                        <a:rPr lang="en-US" altLang="zh-CN" sz="1000" kern="1200" dirty="0">
                          <a:solidFill>
                            <a:schemeClr val="tx1"/>
                          </a:solidFill>
                          <a:latin typeface="+mn-ea"/>
                          <a:ea typeface="+mn-ea"/>
                          <a:cs typeface="+mn-cs"/>
                        </a:rPr>
                        <a:t>10%</a:t>
                      </a:r>
                      <a:endParaRPr lang="zh-CN" altLang="en-US" sz="1000" kern="1200" dirty="0">
                        <a:solidFill>
                          <a:schemeClr val="tx1"/>
                        </a:solidFill>
                        <a:latin typeface="+mn-ea"/>
                        <a:ea typeface="+mn-ea"/>
                        <a:cs typeface="+mn-cs"/>
                      </a:endParaRPr>
                    </a:p>
                  </a:txBody>
                  <a:tcPr/>
                </a:tc>
                <a:extLst>
                  <a:ext uri="{0D108BD9-81ED-4DB2-BD59-A6C34878D82A}">
                    <a16:rowId xmlns:a16="http://schemas.microsoft.com/office/drawing/2014/main" val="2649454288"/>
                  </a:ext>
                </a:extLst>
              </a:tr>
              <a:tr h="490042">
                <a:tc vMerge="1">
                  <a:txBody>
                    <a:bodyPr/>
                    <a:lstStyle/>
                    <a:p>
                      <a:pPr marL="0" algn="ctr" defTabSz="1187450" rtl="0" eaLnBrk="1" latinLnBrk="0" hangingPunct="1"/>
                      <a:endParaRPr lang="zh-CN" altLang="en-US" sz="1000" kern="1200" dirty="0">
                        <a:solidFill>
                          <a:schemeClr val="tx1"/>
                        </a:solidFill>
                        <a:latin typeface="+mn-ea"/>
                        <a:ea typeface="+mn-ea"/>
                        <a:cs typeface="+mn-cs"/>
                      </a:endParaRPr>
                    </a:p>
                  </a:txBody>
                  <a:tcPr/>
                </a:tc>
                <a:tc>
                  <a:txBody>
                    <a:bodyPr/>
                    <a:lstStyle/>
                    <a:p>
                      <a:pPr algn="l"/>
                      <a:r>
                        <a:rPr lang="zh-CN" altLang="en-US" sz="1000" kern="1200" dirty="0">
                          <a:solidFill>
                            <a:schemeClr val="tx1"/>
                          </a:solidFill>
                          <a:latin typeface="+mn-ea"/>
                          <a:ea typeface="+mn-ea"/>
                          <a:cs typeface="+mn-cs"/>
                        </a:rPr>
                        <a:t>输出典型场景的模型</a:t>
                      </a:r>
                      <a:r>
                        <a:rPr lang="en-US" altLang="zh-CN" sz="1000" kern="1200" dirty="0">
                          <a:solidFill>
                            <a:schemeClr val="tx1"/>
                          </a:solidFill>
                          <a:latin typeface="+mn-ea"/>
                          <a:ea typeface="+mn-ea"/>
                          <a:cs typeface="+mn-cs"/>
                        </a:rPr>
                        <a:t>/</a:t>
                      </a:r>
                      <a:r>
                        <a:rPr lang="zh-CN" altLang="en-US" sz="1000" kern="1200" dirty="0">
                          <a:solidFill>
                            <a:schemeClr val="tx1"/>
                          </a:solidFill>
                          <a:latin typeface="+mn-ea"/>
                          <a:ea typeface="+mn-ea"/>
                          <a:cs typeface="+mn-cs"/>
                        </a:rPr>
                        <a:t>算子性能及线性度</a:t>
                      </a:r>
                    </a:p>
                  </a:txBody>
                  <a:tcPr anchor="ctr"/>
                </a:tc>
                <a:tc>
                  <a:txBody>
                    <a:bodyPr/>
                    <a:lstStyle/>
                    <a:p>
                      <a:r>
                        <a:rPr lang="zh-CN" altLang="en-US" sz="1000" kern="1200" dirty="0">
                          <a:solidFill>
                            <a:srgbClr val="C00000"/>
                          </a:solidFill>
                          <a:latin typeface="+mn-ea"/>
                          <a:ea typeface="+mn-ea"/>
                          <a:cs typeface="+mn-cs"/>
                        </a:rPr>
                        <a:t>典型场景</a:t>
                      </a:r>
                      <a:r>
                        <a:rPr lang="zh-CN" altLang="en-US" sz="1000" kern="1200" dirty="0">
                          <a:solidFill>
                            <a:schemeClr val="tx1"/>
                          </a:solidFill>
                          <a:latin typeface="+mn-ea"/>
                          <a:ea typeface="+mn-ea"/>
                          <a:cs typeface="+mn-cs"/>
                        </a:rPr>
                        <a:t>性能搜集</a:t>
                      </a:r>
                      <a:r>
                        <a:rPr lang="en-US" altLang="zh-CN" sz="1000" kern="1200" dirty="0">
                          <a:solidFill>
                            <a:schemeClr val="tx1"/>
                          </a:solidFill>
                          <a:latin typeface="+mn-ea"/>
                          <a:ea typeface="+mn-ea"/>
                          <a:cs typeface="+mn-cs"/>
                        </a:rPr>
                        <a:t>&amp;</a:t>
                      </a:r>
                      <a:r>
                        <a:rPr lang="zh-CN" altLang="en-US" sz="1000" kern="1200" dirty="0">
                          <a:solidFill>
                            <a:schemeClr val="tx1"/>
                          </a:solidFill>
                          <a:latin typeface="+mn-ea"/>
                          <a:ea typeface="+mn-ea"/>
                          <a:cs typeface="+mn-cs"/>
                        </a:rPr>
                        <a:t>汇总</a:t>
                      </a:r>
                      <a:r>
                        <a:rPr lang="en-US" altLang="zh-CN" sz="1000" kern="1200" dirty="0">
                          <a:solidFill>
                            <a:schemeClr val="tx1"/>
                          </a:solidFill>
                          <a:latin typeface="+mn-ea"/>
                          <a:ea typeface="+mn-ea"/>
                          <a:cs typeface="+mn-cs"/>
                        </a:rPr>
                        <a:t>&amp;</a:t>
                      </a:r>
                      <a:r>
                        <a:rPr lang="en-US" altLang="zh-CN" sz="1000" kern="1200" dirty="0">
                          <a:solidFill>
                            <a:srgbClr val="C00000"/>
                          </a:solidFill>
                          <a:latin typeface="+mn-ea"/>
                          <a:ea typeface="+mn-ea"/>
                          <a:cs typeface="+mn-cs"/>
                        </a:rPr>
                        <a:t>profiling</a:t>
                      </a:r>
                      <a:r>
                        <a:rPr lang="zh-CN" altLang="en-US" sz="1000" kern="1200" dirty="0">
                          <a:solidFill>
                            <a:srgbClr val="C00000"/>
                          </a:solidFill>
                          <a:latin typeface="+mn-ea"/>
                          <a:ea typeface="+mn-ea"/>
                          <a:cs typeface="+mn-cs"/>
                        </a:rPr>
                        <a:t>瓶颈点分析</a:t>
                      </a:r>
                      <a:endParaRPr lang="en-US" altLang="zh-CN" sz="1000" kern="1200" dirty="0">
                        <a:solidFill>
                          <a:srgbClr val="C00000"/>
                        </a:solidFill>
                        <a:latin typeface="+mn-ea"/>
                        <a:ea typeface="+mn-ea"/>
                        <a:cs typeface="+mn-cs"/>
                      </a:endParaRPr>
                    </a:p>
                    <a:p>
                      <a:pPr marL="0" marR="0" lvl="0" indent="0" algn="l" defTabSz="1187450" rtl="0" eaLnBrk="1" fontAlgn="auto" latinLnBrk="0" hangingPunct="1">
                        <a:lnSpc>
                          <a:spcPct val="100000"/>
                        </a:lnSpc>
                        <a:spcBef>
                          <a:spcPts val="0"/>
                        </a:spcBef>
                        <a:spcAft>
                          <a:spcPts val="0"/>
                        </a:spcAft>
                        <a:buClrTx/>
                        <a:buSzTx/>
                        <a:buFontTx/>
                        <a:buNone/>
                        <a:tabLst/>
                        <a:defRPr/>
                      </a:pPr>
                      <a:r>
                        <a:rPr lang="zh-CN" altLang="en-US" sz="1000" b="1" kern="1200" dirty="0">
                          <a:solidFill>
                            <a:schemeClr val="tx1"/>
                          </a:solidFill>
                          <a:latin typeface="+mn-ea"/>
                          <a:ea typeface="+mn-ea"/>
                          <a:cs typeface="+mn-cs"/>
                        </a:rPr>
                        <a:t>预期效果：小时级到分钟级</a:t>
                      </a:r>
                    </a:p>
                  </a:txBody>
                  <a:tcPr/>
                </a:tc>
                <a:tc>
                  <a:txBody>
                    <a:bodyPr/>
                    <a:lstStyle/>
                    <a:p>
                      <a:pPr marL="0" marR="0" lvl="0" indent="0" algn="l" defTabSz="1187450" rtl="0" eaLnBrk="1" fontAlgn="auto" latinLnBrk="0" hangingPunct="1">
                        <a:lnSpc>
                          <a:spcPct val="100000"/>
                        </a:lnSpc>
                        <a:spcBef>
                          <a:spcPts val="0"/>
                        </a:spcBef>
                        <a:spcAft>
                          <a:spcPts val="0"/>
                        </a:spcAft>
                        <a:buClrTx/>
                        <a:buSzTx/>
                        <a:buFontTx/>
                        <a:buNone/>
                        <a:tabLst/>
                        <a:defRPr/>
                      </a:pPr>
                      <a:r>
                        <a:rPr lang="zh-CN" altLang="en-US" sz="1000" dirty="0"/>
                        <a:t>测评结果的瓶颈点的</a:t>
                      </a:r>
                      <a:r>
                        <a:rPr lang="zh-CN" altLang="en-US" sz="1000" dirty="0">
                          <a:solidFill>
                            <a:srgbClr val="C00000"/>
                          </a:solidFill>
                        </a:rPr>
                        <a:t>技术根因</a:t>
                      </a:r>
                      <a:r>
                        <a:rPr lang="zh-CN" altLang="en-US" sz="1000" dirty="0"/>
                        <a:t>分析</a:t>
                      </a:r>
                      <a:endParaRPr lang="en-US" altLang="zh-CN" sz="1000" dirty="0">
                        <a:solidFill>
                          <a:srgbClr val="C00000"/>
                        </a:solidFill>
                      </a:endParaRPr>
                    </a:p>
                  </a:txBody>
                  <a:tcPr/>
                </a:tc>
                <a:tc>
                  <a:txBody>
                    <a:bodyPr/>
                    <a:lstStyle/>
                    <a:p>
                      <a:r>
                        <a:rPr lang="zh-CN" altLang="en-US" sz="1000" kern="1200" dirty="0">
                          <a:solidFill>
                            <a:schemeClr val="tx1"/>
                          </a:solidFill>
                          <a:latin typeface="+mn-ea"/>
                          <a:ea typeface="+mn-ea"/>
                          <a:cs typeface="+mn-cs"/>
                        </a:rPr>
                        <a:t>测评结果的瓶颈点问题的</a:t>
                      </a:r>
                      <a:r>
                        <a:rPr lang="zh-CN" altLang="en-US" sz="1000" kern="1200" dirty="0">
                          <a:solidFill>
                            <a:srgbClr val="C00000"/>
                          </a:solidFill>
                          <a:latin typeface="+mn-ea"/>
                          <a:ea typeface="+mn-ea"/>
                          <a:cs typeface="+mn-cs"/>
                        </a:rPr>
                        <a:t>自动回归</a:t>
                      </a:r>
                    </a:p>
                  </a:txBody>
                  <a:tcPr/>
                </a:tc>
                <a:tc>
                  <a:txBody>
                    <a:bodyPr/>
                    <a:lstStyle/>
                    <a:p>
                      <a:r>
                        <a:rPr lang="en-US" altLang="zh-CN" sz="1000" kern="1200" dirty="0">
                          <a:solidFill>
                            <a:schemeClr val="tx1"/>
                          </a:solidFill>
                          <a:latin typeface="+mn-ea"/>
                          <a:ea typeface="+mn-ea"/>
                          <a:cs typeface="+mn-cs"/>
                        </a:rPr>
                        <a:t>4%</a:t>
                      </a:r>
                      <a:endParaRPr lang="zh-CN" altLang="en-US" sz="1000" kern="1200" dirty="0">
                        <a:solidFill>
                          <a:schemeClr val="tx1"/>
                        </a:solidFill>
                        <a:latin typeface="+mn-ea"/>
                        <a:ea typeface="+mn-ea"/>
                        <a:cs typeface="+mn-cs"/>
                      </a:endParaRPr>
                    </a:p>
                  </a:txBody>
                  <a:tcPr/>
                </a:tc>
                <a:extLst>
                  <a:ext uri="{0D108BD9-81ED-4DB2-BD59-A6C34878D82A}">
                    <a16:rowId xmlns:a16="http://schemas.microsoft.com/office/drawing/2014/main" val="3596566706"/>
                  </a:ext>
                </a:extLst>
              </a:tr>
              <a:tr h="490042">
                <a:tc vMerge="1">
                  <a:txBody>
                    <a:bodyPr/>
                    <a:lstStyle/>
                    <a:p>
                      <a:pPr marL="0" algn="ctr" defTabSz="1187450" rtl="0" eaLnBrk="1" latinLnBrk="0" hangingPunct="1"/>
                      <a:endParaRPr lang="zh-CN" altLang="en-US" sz="1000" kern="1200" dirty="0">
                        <a:solidFill>
                          <a:schemeClr val="tx1"/>
                        </a:solidFill>
                        <a:latin typeface="+mn-ea"/>
                        <a:ea typeface="+mn-ea"/>
                        <a:cs typeface="+mn-cs"/>
                      </a:endParaRPr>
                    </a:p>
                  </a:txBody>
                  <a:tcPr/>
                </a:tc>
                <a:tc>
                  <a:txBody>
                    <a:bodyPr/>
                    <a:lstStyle/>
                    <a:p>
                      <a:pPr algn="l"/>
                      <a:r>
                        <a:rPr lang="zh-CN" altLang="en-US" sz="1000" kern="1200" dirty="0">
                          <a:solidFill>
                            <a:schemeClr val="tx1"/>
                          </a:solidFill>
                          <a:latin typeface="+mn-ea"/>
                          <a:ea typeface="+mn-ea"/>
                          <a:cs typeface="+mn-cs"/>
                        </a:rPr>
                        <a:t>成功在各种组网下部署模型服务，提供高可靠、高可用、高服务性</a:t>
                      </a:r>
                    </a:p>
                  </a:txBody>
                  <a:tcPr anchor="ctr"/>
                </a:tc>
                <a:tc>
                  <a:txBody>
                    <a:bodyPr/>
                    <a:lstStyle/>
                    <a:p>
                      <a:r>
                        <a:rPr lang="zh-CN" altLang="en-US" sz="1000" dirty="0">
                          <a:solidFill>
                            <a:srgbClr val="C00000"/>
                          </a:solidFill>
                        </a:rPr>
                        <a:t>已有脚本</a:t>
                      </a:r>
                      <a:r>
                        <a:rPr lang="en-US" altLang="zh-CN" sz="1000" dirty="0">
                          <a:solidFill>
                            <a:srgbClr val="C00000"/>
                          </a:solidFill>
                        </a:rPr>
                        <a:t>/</a:t>
                      </a:r>
                      <a:r>
                        <a:rPr lang="zh-CN" altLang="en-US" sz="1000" dirty="0">
                          <a:solidFill>
                            <a:srgbClr val="C00000"/>
                          </a:solidFill>
                        </a:rPr>
                        <a:t>标准文档</a:t>
                      </a:r>
                      <a:r>
                        <a:rPr lang="zh-CN" altLang="en-US" sz="1000" dirty="0"/>
                        <a:t>的典型场景</a:t>
                      </a:r>
                      <a:endParaRPr lang="en-US" altLang="zh-CN" sz="1000" dirty="0"/>
                    </a:p>
                    <a:p>
                      <a:pPr marL="0" marR="0" lvl="0" indent="0" algn="l" defTabSz="1187450" rtl="0" eaLnBrk="1" fontAlgn="auto" latinLnBrk="0" hangingPunct="1">
                        <a:lnSpc>
                          <a:spcPct val="100000"/>
                        </a:lnSpc>
                        <a:spcBef>
                          <a:spcPts val="0"/>
                        </a:spcBef>
                        <a:spcAft>
                          <a:spcPts val="0"/>
                        </a:spcAft>
                        <a:buClrTx/>
                        <a:buSzTx/>
                        <a:buFontTx/>
                        <a:buNone/>
                        <a:tabLst/>
                        <a:defRPr/>
                      </a:pPr>
                      <a:r>
                        <a:rPr lang="zh-CN" altLang="en-US" sz="1000" b="1" kern="1200" dirty="0">
                          <a:solidFill>
                            <a:schemeClr val="tx1"/>
                          </a:solidFill>
                          <a:latin typeface="+mn-ea"/>
                          <a:ea typeface="+mn-ea"/>
                          <a:cs typeface="+mn-cs"/>
                        </a:rPr>
                        <a:t>预期效果：天级到小时级</a:t>
                      </a:r>
                    </a:p>
                  </a:txBody>
                  <a:tcPr/>
                </a:tc>
                <a:tc>
                  <a:txBody>
                    <a:bodyPr/>
                    <a:lstStyle/>
                    <a:p>
                      <a:r>
                        <a:rPr lang="zh-CN" altLang="en-US" sz="1000" kern="1200" dirty="0">
                          <a:solidFill>
                            <a:schemeClr val="tx1"/>
                          </a:solidFill>
                          <a:latin typeface="+mn-ea"/>
                          <a:ea typeface="+mn-ea"/>
                          <a:cs typeface="+mn-cs"/>
                        </a:rPr>
                        <a:t>现网运维能力</a:t>
                      </a:r>
                      <a:r>
                        <a:rPr lang="en-US" altLang="zh-CN" sz="1000" kern="1200" dirty="0">
                          <a:solidFill>
                            <a:schemeClr val="tx1"/>
                          </a:solidFill>
                          <a:latin typeface="+mn-ea"/>
                          <a:ea typeface="+mn-ea"/>
                          <a:cs typeface="+mn-cs"/>
                        </a:rPr>
                        <a:t>/</a:t>
                      </a:r>
                      <a:r>
                        <a:rPr lang="zh-CN" altLang="en-US" sz="1000" kern="1200" dirty="0">
                          <a:solidFill>
                            <a:srgbClr val="C00000"/>
                          </a:solidFill>
                          <a:latin typeface="+mn-ea"/>
                          <a:ea typeface="+mn-ea"/>
                          <a:cs typeface="+mn-cs"/>
                        </a:rPr>
                        <a:t>可定位性能力提升</a:t>
                      </a:r>
                    </a:p>
                  </a:txBody>
                  <a:tcPr/>
                </a:tc>
                <a:tc>
                  <a:txBody>
                    <a:bodyPr/>
                    <a:lstStyle/>
                    <a:p>
                      <a:r>
                        <a:rPr lang="zh-CN" altLang="en-US" sz="1000" kern="1200" dirty="0">
                          <a:solidFill>
                            <a:schemeClr val="tx1"/>
                          </a:solidFill>
                          <a:latin typeface="+mn-ea"/>
                          <a:ea typeface="+mn-ea"/>
                          <a:cs typeface="+mn-cs"/>
                        </a:rPr>
                        <a:t>操作系统、底软、驱动等</a:t>
                      </a:r>
                      <a:r>
                        <a:rPr lang="zh-CN" altLang="en-US" sz="1000" kern="1200" dirty="0">
                          <a:solidFill>
                            <a:srgbClr val="C00000"/>
                          </a:solidFill>
                          <a:latin typeface="+mn-ea"/>
                          <a:ea typeface="+mn-ea"/>
                          <a:cs typeface="+mn-cs"/>
                        </a:rPr>
                        <a:t>发生变动</a:t>
                      </a:r>
                      <a:r>
                        <a:rPr lang="zh-CN" altLang="en-US" sz="1000" kern="1200" dirty="0">
                          <a:solidFill>
                            <a:schemeClr val="tx1"/>
                          </a:solidFill>
                          <a:latin typeface="+mn-ea"/>
                          <a:ea typeface="+mn-ea"/>
                          <a:cs typeface="+mn-cs"/>
                        </a:rPr>
                        <a:t>的场景对底层强依赖</a:t>
                      </a:r>
                    </a:p>
                  </a:txBody>
                  <a:tcPr/>
                </a:tc>
                <a:tc>
                  <a:txBody>
                    <a:bodyPr/>
                    <a:lstStyle/>
                    <a:p>
                      <a:r>
                        <a:rPr lang="en-US" altLang="zh-CN" sz="1000" kern="1200" dirty="0">
                          <a:solidFill>
                            <a:schemeClr val="tx1"/>
                          </a:solidFill>
                          <a:latin typeface="+mn-ea"/>
                          <a:ea typeface="+mn-ea"/>
                          <a:cs typeface="+mn-cs"/>
                        </a:rPr>
                        <a:t>1%</a:t>
                      </a:r>
                      <a:endParaRPr lang="zh-CN" altLang="en-US" sz="1000" kern="1200" dirty="0">
                        <a:solidFill>
                          <a:schemeClr val="tx1"/>
                        </a:solidFill>
                        <a:latin typeface="+mn-ea"/>
                        <a:ea typeface="+mn-ea"/>
                        <a:cs typeface="+mn-cs"/>
                      </a:endParaRPr>
                    </a:p>
                  </a:txBody>
                  <a:tcPr/>
                </a:tc>
                <a:extLst>
                  <a:ext uri="{0D108BD9-81ED-4DB2-BD59-A6C34878D82A}">
                    <a16:rowId xmlns:a16="http://schemas.microsoft.com/office/drawing/2014/main" val="2755572556"/>
                  </a:ext>
                </a:extLst>
              </a:tr>
              <a:tr h="353919">
                <a:tc vMerge="1">
                  <a:txBody>
                    <a:bodyPr/>
                    <a:lstStyle/>
                    <a:p>
                      <a:pPr marL="0" marR="0" lvl="0" indent="0" algn="ctr" defTabSz="1187450" rtl="0" eaLnBrk="1" fontAlgn="auto" latinLnBrk="0" hangingPunct="1">
                        <a:lnSpc>
                          <a:spcPct val="100000"/>
                        </a:lnSpc>
                        <a:spcBef>
                          <a:spcPts val="0"/>
                        </a:spcBef>
                        <a:spcAft>
                          <a:spcPts val="0"/>
                        </a:spcAft>
                        <a:buClrTx/>
                        <a:buSzTx/>
                        <a:buFontTx/>
                        <a:buNone/>
                        <a:tabLst/>
                        <a:defRPr/>
                      </a:pPr>
                      <a:endParaRPr lang="en-US" altLang="zh-CN" sz="1000" kern="1200" dirty="0">
                        <a:solidFill>
                          <a:schemeClr val="tx1"/>
                        </a:solidFill>
                        <a:latin typeface="+mn-ea"/>
                        <a:ea typeface="+mn-ea"/>
                        <a:cs typeface="+mn-cs"/>
                      </a:endParaRPr>
                    </a:p>
                  </a:txBody>
                  <a:tcPr/>
                </a:tc>
                <a:tc>
                  <a:txBody>
                    <a:bodyPr/>
                    <a:lstStyle/>
                    <a:p>
                      <a:pPr marL="0" marR="0" lvl="0" indent="0" algn="l" defTabSz="1187450" rtl="0" eaLnBrk="1" fontAlgn="auto" latinLnBrk="0" hangingPunct="1">
                        <a:lnSpc>
                          <a:spcPct val="100000"/>
                        </a:lnSpc>
                        <a:spcBef>
                          <a:spcPts val="0"/>
                        </a:spcBef>
                        <a:spcAft>
                          <a:spcPts val="0"/>
                        </a:spcAft>
                        <a:buClrTx/>
                        <a:buSzTx/>
                        <a:buFontTx/>
                        <a:buNone/>
                        <a:tabLst/>
                        <a:defRPr/>
                      </a:pPr>
                      <a:r>
                        <a:rPr lang="zh-CN" altLang="en-US" sz="1000" kern="1200" dirty="0">
                          <a:solidFill>
                            <a:schemeClr val="tx1"/>
                          </a:solidFill>
                          <a:latin typeface="+mn-ea"/>
                          <a:ea typeface="+mn-ea"/>
                          <a:cs typeface="+mn-cs"/>
                        </a:rPr>
                        <a:t>社区</a:t>
                      </a:r>
                      <a:r>
                        <a:rPr lang="en-US" altLang="zh-CN" sz="1000" kern="1200" dirty="0">
                          <a:solidFill>
                            <a:schemeClr val="tx1"/>
                          </a:solidFill>
                          <a:latin typeface="+mn-ea"/>
                          <a:ea typeface="+mn-ea"/>
                          <a:cs typeface="+mn-cs"/>
                        </a:rPr>
                        <a:t>issue</a:t>
                      </a:r>
                      <a:r>
                        <a:rPr kumimoji="0" lang="en-US" altLang="zh-CN" sz="1000" b="0" i="0" u="none" strike="noStrike" kern="1200" cap="none" spc="0" normalizeH="0" baseline="0" noProof="0" dirty="0">
                          <a:ln>
                            <a:noFill/>
                          </a:ln>
                          <a:solidFill>
                            <a:srgbClr val="1D1D1A"/>
                          </a:solidFill>
                          <a:effectLst/>
                          <a:uLnTx/>
                          <a:uFillTx/>
                          <a:latin typeface="微软雅黑" charset="0"/>
                          <a:ea typeface="微软雅黑" charset="0"/>
                          <a:cs typeface="微软雅黑" charset="0"/>
                        </a:rPr>
                        <a:t>24H</a:t>
                      </a:r>
                      <a:r>
                        <a:rPr kumimoji="0" lang="zh-CN" altLang="en-US" sz="1000" b="0" i="0" u="none" strike="noStrike" kern="1200" cap="none" spc="0" normalizeH="0" baseline="0" noProof="0" dirty="0">
                          <a:ln>
                            <a:noFill/>
                          </a:ln>
                          <a:solidFill>
                            <a:srgbClr val="1D1D1A"/>
                          </a:solidFill>
                          <a:effectLst/>
                          <a:uLnTx/>
                          <a:uFillTx/>
                          <a:latin typeface="微软雅黑" charset="0"/>
                          <a:ea typeface="微软雅黑" charset="0"/>
                          <a:cs typeface="微软雅黑" charset="0"/>
                        </a:rPr>
                        <a:t>响应率挑战</a:t>
                      </a:r>
                      <a:r>
                        <a:rPr kumimoji="0" lang="en-US" altLang="zh-CN" sz="1000" b="0" i="0" u="none" strike="noStrike" kern="1200" cap="none" spc="0" normalizeH="0" baseline="0" noProof="0" dirty="0">
                          <a:ln>
                            <a:noFill/>
                          </a:ln>
                          <a:solidFill>
                            <a:srgbClr val="1D1D1A"/>
                          </a:solidFill>
                          <a:effectLst/>
                          <a:uLnTx/>
                          <a:uFillTx/>
                          <a:latin typeface="微软雅黑" charset="0"/>
                          <a:ea typeface="微软雅黑" charset="0"/>
                          <a:cs typeface="微软雅黑" charset="0"/>
                        </a:rPr>
                        <a:t>90%</a:t>
                      </a:r>
                      <a:r>
                        <a:rPr kumimoji="0" lang="zh-CN" altLang="en-US" sz="1000" b="0" i="0" u="none" strike="noStrike" kern="1200" cap="none" spc="0" normalizeH="0" baseline="0" noProof="0" dirty="0">
                          <a:ln>
                            <a:noFill/>
                          </a:ln>
                          <a:solidFill>
                            <a:srgbClr val="1D1D1A"/>
                          </a:solidFill>
                          <a:effectLst/>
                          <a:uLnTx/>
                          <a:uFillTx/>
                          <a:latin typeface="微软雅黑" charset="0"/>
                          <a:ea typeface="微软雅黑" charset="0"/>
                          <a:cs typeface="微软雅黑" charset="0"/>
                        </a:rPr>
                        <a:t>，</a:t>
                      </a:r>
                      <a:r>
                        <a:rPr kumimoji="0" lang="en-US" altLang="zh-CN" sz="1000" b="0" i="0" u="none" strike="noStrike" kern="1200" cap="none" spc="0" normalizeH="0" baseline="0" noProof="0" dirty="0">
                          <a:ln>
                            <a:noFill/>
                          </a:ln>
                          <a:solidFill>
                            <a:srgbClr val="1D1D1A"/>
                          </a:solidFill>
                          <a:effectLst/>
                          <a:uLnTx/>
                          <a:uFillTx/>
                          <a:latin typeface="微软雅黑" charset="0"/>
                          <a:ea typeface="微软雅黑" charset="0"/>
                          <a:cs typeface="微软雅黑" charset="0"/>
                        </a:rPr>
                        <a:t>7</a:t>
                      </a:r>
                      <a:r>
                        <a:rPr kumimoji="0" lang="zh-CN" altLang="en-US" sz="1000" b="0" i="0" u="none" strike="noStrike" kern="1200" cap="none" spc="0" normalizeH="0" baseline="0" noProof="0" dirty="0">
                          <a:ln>
                            <a:noFill/>
                          </a:ln>
                          <a:solidFill>
                            <a:srgbClr val="1D1D1A"/>
                          </a:solidFill>
                          <a:effectLst/>
                          <a:uLnTx/>
                          <a:uFillTx/>
                          <a:latin typeface="微软雅黑" charset="0"/>
                          <a:ea typeface="微软雅黑" charset="0"/>
                          <a:cs typeface="微软雅黑" charset="0"/>
                        </a:rPr>
                        <a:t>天关闭率挑战</a:t>
                      </a:r>
                      <a:r>
                        <a:rPr kumimoji="0" lang="en-US" altLang="zh-CN" sz="1000" b="0" i="0" u="none" strike="noStrike" kern="1200" cap="none" spc="0" normalizeH="0" baseline="0" noProof="0" dirty="0">
                          <a:ln>
                            <a:noFill/>
                          </a:ln>
                          <a:solidFill>
                            <a:srgbClr val="1D1D1A"/>
                          </a:solidFill>
                          <a:effectLst/>
                          <a:uLnTx/>
                          <a:uFillTx/>
                          <a:latin typeface="微软雅黑" charset="0"/>
                          <a:ea typeface="微软雅黑" charset="0"/>
                          <a:cs typeface="微软雅黑" charset="0"/>
                        </a:rPr>
                        <a:t>60%</a:t>
                      </a:r>
                      <a:endParaRPr kumimoji="0" lang="zh-CN" altLang="en-US" sz="1000" b="0" i="0" u="none" strike="noStrike" kern="1200" cap="none" spc="0" normalizeH="0" baseline="0" noProof="0" dirty="0">
                        <a:ln>
                          <a:noFill/>
                        </a:ln>
                        <a:solidFill>
                          <a:srgbClr val="1D1D1A"/>
                        </a:solidFill>
                        <a:effectLst/>
                        <a:uLnTx/>
                        <a:uFillTx/>
                        <a:latin typeface="微软雅黑" charset="0"/>
                        <a:ea typeface="微软雅黑" charset="0"/>
                        <a:cs typeface="微软雅黑" charset="0"/>
                      </a:endParaRPr>
                    </a:p>
                  </a:txBody>
                  <a:tcPr anchor="ctr"/>
                </a:tc>
                <a:tc>
                  <a:txBody>
                    <a:bodyPr/>
                    <a:lstStyle/>
                    <a:p>
                      <a:pPr marL="0" marR="0" lvl="0" indent="0" algn="l" defTabSz="1187450" rtl="0" eaLnBrk="1" fontAlgn="auto" latinLnBrk="0" hangingPunct="1">
                        <a:lnSpc>
                          <a:spcPct val="100000"/>
                        </a:lnSpc>
                        <a:spcBef>
                          <a:spcPts val="0"/>
                        </a:spcBef>
                        <a:spcAft>
                          <a:spcPts val="0"/>
                        </a:spcAft>
                        <a:buClrTx/>
                        <a:buSzTx/>
                        <a:buFontTx/>
                        <a:buNone/>
                        <a:tabLst/>
                        <a:defRPr/>
                      </a:pPr>
                      <a:r>
                        <a:rPr lang="zh-CN" altLang="en-US" sz="1000" dirty="0"/>
                        <a:t>社区开发者</a:t>
                      </a:r>
                      <a:r>
                        <a:rPr lang="en-US" altLang="zh-CN" sz="1000" dirty="0"/>
                        <a:t>Issue</a:t>
                      </a:r>
                      <a:r>
                        <a:rPr lang="zh-CN" altLang="en-US" sz="1000" dirty="0">
                          <a:solidFill>
                            <a:srgbClr val="C00000"/>
                          </a:solidFill>
                        </a:rPr>
                        <a:t>首响应与分发</a:t>
                      </a:r>
                    </a:p>
                    <a:p>
                      <a:pPr marL="0" marR="0" lvl="0" indent="0" algn="l" defTabSz="1187450" rtl="0" eaLnBrk="1" fontAlgn="auto" latinLnBrk="0" hangingPunct="1">
                        <a:lnSpc>
                          <a:spcPct val="100000"/>
                        </a:lnSpc>
                        <a:spcBef>
                          <a:spcPts val="0"/>
                        </a:spcBef>
                        <a:spcAft>
                          <a:spcPts val="0"/>
                        </a:spcAft>
                        <a:buClrTx/>
                        <a:buSzTx/>
                        <a:buFontTx/>
                        <a:buNone/>
                        <a:tabLst/>
                        <a:defRPr/>
                      </a:pPr>
                      <a:r>
                        <a:rPr lang="zh-CN" altLang="en-US" sz="1000" b="1" kern="1200" dirty="0">
                          <a:solidFill>
                            <a:schemeClr val="tx1"/>
                          </a:solidFill>
                          <a:latin typeface="+mn-ea"/>
                          <a:ea typeface="+mn-ea"/>
                          <a:cs typeface="+mn-cs"/>
                        </a:rPr>
                        <a:t>预期效果：天级到分钟级</a:t>
                      </a:r>
                    </a:p>
                  </a:txBody>
                  <a:tcPr/>
                </a:tc>
                <a:tc>
                  <a:txBody>
                    <a:bodyPr/>
                    <a:lstStyle/>
                    <a:p>
                      <a:pPr marL="0" marR="0" lvl="0" indent="0" algn="l" defTabSz="1187450" rtl="0" eaLnBrk="1" fontAlgn="auto" latinLnBrk="0" hangingPunct="1">
                        <a:lnSpc>
                          <a:spcPct val="100000"/>
                        </a:lnSpc>
                        <a:spcBef>
                          <a:spcPts val="0"/>
                        </a:spcBef>
                        <a:spcAft>
                          <a:spcPts val="0"/>
                        </a:spcAft>
                        <a:buClrTx/>
                        <a:buSzTx/>
                        <a:buFontTx/>
                        <a:buNone/>
                        <a:tabLst/>
                        <a:defRPr/>
                      </a:pPr>
                      <a:r>
                        <a:rPr lang="zh-CN" altLang="en-US" sz="1000" dirty="0"/>
                        <a:t>社区开发者</a:t>
                      </a:r>
                      <a:r>
                        <a:rPr lang="en-US" altLang="zh-CN" sz="1000" dirty="0">
                          <a:solidFill>
                            <a:srgbClr val="C00000"/>
                          </a:solidFill>
                        </a:rPr>
                        <a:t>Issue</a:t>
                      </a:r>
                      <a:r>
                        <a:rPr lang="zh-CN" altLang="en-US" sz="1000" dirty="0">
                          <a:solidFill>
                            <a:srgbClr val="C00000"/>
                          </a:solidFill>
                        </a:rPr>
                        <a:t>处理</a:t>
                      </a:r>
                    </a:p>
                    <a:p>
                      <a:endParaRPr lang="zh-CN" altLang="en-US" sz="1000" kern="1200" dirty="0">
                        <a:solidFill>
                          <a:schemeClr val="tx1"/>
                        </a:solidFill>
                        <a:latin typeface="+mn-ea"/>
                        <a:ea typeface="+mn-ea"/>
                        <a:cs typeface="+mn-cs"/>
                      </a:endParaRPr>
                    </a:p>
                  </a:txBody>
                  <a:tcPr/>
                </a:tc>
                <a:tc>
                  <a:txBody>
                    <a:bodyPr/>
                    <a:lstStyle/>
                    <a:p>
                      <a:pPr marL="0" marR="0" lvl="0" indent="0" algn="l" defTabSz="1187450" rtl="0" eaLnBrk="1" fontAlgn="auto" latinLnBrk="0" hangingPunct="1">
                        <a:lnSpc>
                          <a:spcPct val="100000"/>
                        </a:lnSpc>
                        <a:spcBef>
                          <a:spcPts val="0"/>
                        </a:spcBef>
                        <a:spcAft>
                          <a:spcPts val="0"/>
                        </a:spcAft>
                        <a:buClrTx/>
                        <a:buSzTx/>
                        <a:buFontTx/>
                        <a:buNone/>
                        <a:tabLst/>
                        <a:defRPr/>
                      </a:pPr>
                      <a:r>
                        <a:rPr lang="zh-CN" altLang="en-US" sz="1000" dirty="0"/>
                        <a:t>线下活动组织</a:t>
                      </a:r>
                    </a:p>
                    <a:p>
                      <a:endParaRPr lang="zh-CN" altLang="en-US" sz="1000" kern="1200" dirty="0">
                        <a:solidFill>
                          <a:schemeClr val="tx1"/>
                        </a:solidFill>
                        <a:latin typeface="+mn-ea"/>
                        <a:ea typeface="+mn-ea"/>
                        <a:cs typeface="+mn-cs"/>
                      </a:endParaRPr>
                    </a:p>
                  </a:txBody>
                  <a:tcPr/>
                </a:tc>
                <a:tc>
                  <a:txBody>
                    <a:bodyPr/>
                    <a:lstStyle/>
                    <a:p>
                      <a:r>
                        <a:rPr lang="en-US" altLang="zh-CN" sz="1000" kern="1200" dirty="0">
                          <a:solidFill>
                            <a:schemeClr val="tx1"/>
                          </a:solidFill>
                          <a:latin typeface="+mn-ea"/>
                          <a:ea typeface="+mn-ea"/>
                          <a:cs typeface="+mn-cs"/>
                        </a:rPr>
                        <a:t>5%</a:t>
                      </a:r>
                      <a:endParaRPr lang="zh-CN" altLang="en-US" sz="1000" kern="1200" dirty="0">
                        <a:solidFill>
                          <a:schemeClr val="tx1"/>
                        </a:solidFill>
                        <a:latin typeface="+mn-ea"/>
                        <a:ea typeface="+mn-ea"/>
                        <a:cs typeface="+mn-cs"/>
                      </a:endParaRPr>
                    </a:p>
                  </a:txBody>
                  <a:tcPr/>
                </a:tc>
                <a:extLst>
                  <a:ext uri="{0D108BD9-81ED-4DB2-BD59-A6C34878D82A}">
                    <a16:rowId xmlns:a16="http://schemas.microsoft.com/office/drawing/2014/main" val="2542898407"/>
                  </a:ext>
                </a:extLst>
              </a:tr>
            </a:tbl>
          </a:graphicData>
        </a:graphic>
      </p:graphicFrame>
      <p:sp>
        <p:nvSpPr>
          <p:cNvPr id="11" name="矩形 10">
            <a:extLst>
              <a:ext uri="{FF2B5EF4-FFF2-40B4-BE49-F238E27FC236}">
                <a16:creationId xmlns:a16="http://schemas.microsoft.com/office/drawing/2014/main" id="{6A9B4E43-1E80-4BE4-BBCF-03D2F3454C08}"/>
              </a:ext>
            </a:extLst>
          </p:cNvPr>
          <p:cNvSpPr/>
          <p:nvPr/>
        </p:nvSpPr>
        <p:spPr>
          <a:xfrm>
            <a:off x="392432" y="1587768"/>
            <a:ext cx="1739747" cy="273220"/>
          </a:xfrm>
          <a:prstGeom prst="rect">
            <a:avLst/>
          </a:prstGeom>
          <a:solidFill>
            <a:schemeClr val="bg2">
              <a:lumMod val="90000"/>
            </a:schemeClr>
          </a:solidFill>
          <a:ln w="12700" cap="flat" cmpd="sng" algn="ctr">
            <a:noFill/>
            <a:prstDash val="solid"/>
            <a:miter lim="800000"/>
          </a:ln>
          <a:effectLst/>
        </p:spPr>
        <p:txBody>
          <a:bodyPr rot="0" spcFirstLastPara="0" vertOverflow="overflow" horzOverflow="overflow" vert="horz" wrap="square" lIns="91404" tIns="45702" rIns="91404" bIns="45702" numCol="1" spcCol="0" rtlCol="0" fromWordArt="0" anchor="ctr" anchorCtr="0" forceAA="0" compatLnSpc="1">
            <a:noAutofit/>
          </a:bodyPr>
          <a:lstStyle/>
          <a:p>
            <a:pPr algn="ctr" defTabSz="1187450"/>
            <a:r>
              <a:rPr lang="zh-CN" altLang="en-US" sz="1200" b="1" dirty="0">
                <a:solidFill>
                  <a:schemeClr val="accent1"/>
                </a:solidFill>
                <a:latin typeface="+mn-ea"/>
              </a:rPr>
              <a:t>①</a:t>
            </a:r>
            <a:r>
              <a:rPr lang="zh-CN" altLang="en-US" sz="1200" b="1" dirty="0">
                <a:latin typeface="+mn-ea"/>
              </a:rPr>
              <a:t>模型结构分析</a:t>
            </a:r>
          </a:p>
        </p:txBody>
      </p:sp>
      <p:sp>
        <p:nvSpPr>
          <p:cNvPr id="12" name="矩形 11">
            <a:extLst>
              <a:ext uri="{FF2B5EF4-FFF2-40B4-BE49-F238E27FC236}">
                <a16:creationId xmlns:a16="http://schemas.microsoft.com/office/drawing/2014/main" id="{C6DDB23E-A267-4DB2-AC41-DAF54605D647}"/>
              </a:ext>
            </a:extLst>
          </p:cNvPr>
          <p:cNvSpPr/>
          <p:nvPr/>
        </p:nvSpPr>
        <p:spPr>
          <a:xfrm>
            <a:off x="392433" y="2118092"/>
            <a:ext cx="1740366" cy="273220"/>
          </a:xfrm>
          <a:prstGeom prst="rect">
            <a:avLst/>
          </a:prstGeom>
          <a:solidFill>
            <a:schemeClr val="bg2">
              <a:lumMod val="90000"/>
            </a:schemeClr>
          </a:solidFill>
          <a:ln w="12700" cap="flat" cmpd="sng" algn="ctr">
            <a:noFill/>
            <a:prstDash val="solid"/>
            <a:miter lim="800000"/>
          </a:ln>
          <a:effectLst/>
        </p:spPr>
        <p:txBody>
          <a:bodyPr rot="0" spcFirstLastPara="0" vertOverflow="overflow" horzOverflow="overflow" vert="horz" wrap="square" lIns="91404" tIns="45702" rIns="91404" bIns="45702" numCol="1" spcCol="0" rtlCol="0" fromWordArt="0" anchor="ctr" anchorCtr="0" forceAA="0" compatLnSpc="1">
            <a:noAutofit/>
          </a:bodyPr>
          <a:lstStyle/>
          <a:p>
            <a:pPr algn="ctr" defTabSz="1187450"/>
            <a:r>
              <a:rPr lang="zh-CN" altLang="en-US" sz="1200" b="1" dirty="0">
                <a:solidFill>
                  <a:schemeClr val="accent1"/>
                </a:solidFill>
                <a:latin typeface="+mn-ea"/>
              </a:rPr>
              <a:t>②</a:t>
            </a:r>
            <a:r>
              <a:rPr lang="zh-CN" altLang="en-US" sz="1200" b="1" dirty="0">
                <a:latin typeface="+mn-ea"/>
              </a:rPr>
              <a:t>优化特性设计和实现</a:t>
            </a:r>
          </a:p>
        </p:txBody>
      </p:sp>
      <p:sp>
        <p:nvSpPr>
          <p:cNvPr id="13" name="矩形 12">
            <a:extLst>
              <a:ext uri="{FF2B5EF4-FFF2-40B4-BE49-F238E27FC236}">
                <a16:creationId xmlns:a16="http://schemas.microsoft.com/office/drawing/2014/main" id="{62032355-C050-44D8-92E9-82ACBCE9EAD8}"/>
              </a:ext>
            </a:extLst>
          </p:cNvPr>
          <p:cNvSpPr/>
          <p:nvPr/>
        </p:nvSpPr>
        <p:spPr>
          <a:xfrm>
            <a:off x="392433" y="2622265"/>
            <a:ext cx="1740366" cy="262292"/>
          </a:xfrm>
          <a:prstGeom prst="rect">
            <a:avLst/>
          </a:prstGeom>
          <a:solidFill>
            <a:schemeClr val="bg2">
              <a:lumMod val="90000"/>
            </a:schemeClr>
          </a:solidFill>
          <a:ln w="12700" cap="flat" cmpd="sng" algn="ctr">
            <a:noFill/>
            <a:prstDash val="solid"/>
            <a:miter lim="800000"/>
          </a:ln>
          <a:effectLst/>
        </p:spPr>
        <p:txBody>
          <a:bodyPr rot="0" spcFirstLastPara="0" vertOverflow="overflow" horzOverflow="overflow" vert="horz" wrap="square" lIns="91404" tIns="45702" rIns="91404" bIns="45702" numCol="1" spcCol="0" rtlCol="0" fromWordArt="0" anchor="ctr" anchorCtr="0" forceAA="0" compatLnSpc="1">
            <a:noAutofit/>
          </a:bodyPr>
          <a:lstStyle/>
          <a:p>
            <a:pPr algn="ctr" defTabSz="1187450"/>
            <a:r>
              <a:rPr lang="zh-CN" altLang="en-US" sz="1200" b="1" dirty="0">
                <a:solidFill>
                  <a:schemeClr val="accent1"/>
                </a:solidFill>
                <a:latin typeface="+mn-ea"/>
              </a:rPr>
              <a:t>③</a:t>
            </a:r>
            <a:r>
              <a:rPr lang="zh-CN" altLang="en-US" sz="1200" b="1" dirty="0">
                <a:latin typeface="+mn-ea"/>
              </a:rPr>
              <a:t>精度对齐</a:t>
            </a:r>
          </a:p>
        </p:txBody>
      </p:sp>
      <p:sp>
        <p:nvSpPr>
          <p:cNvPr id="14" name="矩形 13">
            <a:extLst>
              <a:ext uri="{FF2B5EF4-FFF2-40B4-BE49-F238E27FC236}">
                <a16:creationId xmlns:a16="http://schemas.microsoft.com/office/drawing/2014/main" id="{299BFD61-70F0-40FC-BA05-1F1D188D2A33}"/>
              </a:ext>
            </a:extLst>
          </p:cNvPr>
          <p:cNvSpPr/>
          <p:nvPr/>
        </p:nvSpPr>
        <p:spPr>
          <a:xfrm>
            <a:off x="393052" y="3217739"/>
            <a:ext cx="1739747" cy="262292"/>
          </a:xfrm>
          <a:prstGeom prst="rect">
            <a:avLst/>
          </a:prstGeom>
          <a:solidFill>
            <a:schemeClr val="bg2">
              <a:lumMod val="90000"/>
            </a:schemeClr>
          </a:solidFill>
          <a:ln w="12700" cap="flat" cmpd="sng" algn="ctr">
            <a:noFill/>
            <a:prstDash val="solid"/>
            <a:miter lim="800000"/>
          </a:ln>
          <a:effectLst/>
        </p:spPr>
        <p:txBody>
          <a:bodyPr rot="0" spcFirstLastPara="0" vertOverflow="overflow" horzOverflow="overflow" vert="horz" wrap="square" lIns="91404" tIns="45702" rIns="91404" bIns="45702" numCol="1" spcCol="0" rtlCol="0" fromWordArt="0" anchor="ctr" anchorCtr="0" forceAA="0" compatLnSpc="1">
            <a:noAutofit/>
          </a:bodyPr>
          <a:lstStyle/>
          <a:p>
            <a:pPr algn="ctr" defTabSz="1187450"/>
            <a:r>
              <a:rPr lang="zh-CN" altLang="en-US" sz="1200" b="1" dirty="0">
                <a:solidFill>
                  <a:schemeClr val="accent1"/>
                </a:solidFill>
                <a:latin typeface="+mn-ea"/>
              </a:rPr>
              <a:t>④</a:t>
            </a:r>
            <a:r>
              <a:rPr lang="zh-CN" altLang="en-US" sz="1200" b="1" dirty="0">
                <a:latin typeface="+mn-ea"/>
              </a:rPr>
              <a:t>模型性能配置寻优</a:t>
            </a:r>
          </a:p>
        </p:txBody>
      </p:sp>
      <p:sp>
        <p:nvSpPr>
          <p:cNvPr id="15" name="矩形 14">
            <a:extLst>
              <a:ext uri="{FF2B5EF4-FFF2-40B4-BE49-F238E27FC236}">
                <a16:creationId xmlns:a16="http://schemas.microsoft.com/office/drawing/2014/main" id="{87C7036C-E9C8-40A3-B0D7-185C9B8F29B3}"/>
              </a:ext>
            </a:extLst>
          </p:cNvPr>
          <p:cNvSpPr/>
          <p:nvPr/>
        </p:nvSpPr>
        <p:spPr>
          <a:xfrm>
            <a:off x="393052" y="3782444"/>
            <a:ext cx="1739747" cy="268310"/>
          </a:xfrm>
          <a:prstGeom prst="rect">
            <a:avLst/>
          </a:prstGeom>
          <a:solidFill>
            <a:schemeClr val="bg2">
              <a:lumMod val="90000"/>
            </a:schemeClr>
          </a:solidFill>
          <a:ln w="12700" cap="flat" cmpd="sng" algn="ctr">
            <a:noFill/>
            <a:prstDash val="solid"/>
            <a:miter lim="800000"/>
          </a:ln>
          <a:effectLst/>
        </p:spPr>
        <p:txBody>
          <a:bodyPr rot="0" spcFirstLastPara="0" vertOverflow="overflow" horzOverflow="overflow" vert="horz" wrap="square" lIns="91404" tIns="45702" rIns="91404" bIns="45702" numCol="1" spcCol="0" rtlCol="0" fromWordArt="0" anchor="ctr" anchorCtr="0" forceAA="0" compatLnSpc="1">
            <a:noAutofit/>
          </a:bodyPr>
          <a:lstStyle/>
          <a:p>
            <a:pPr algn="ctr" defTabSz="1187450"/>
            <a:r>
              <a:rPr lang="zh-CN" altLang="en-US" sz="1200" b="1" dirty="0">
                <a:solidFill>
                  <a:schemeClr val="accent1"/>
                </a:solidFill>
                <a:latin typeface="+mn-ea"/>
              </a:rPr>
              <a:t>⑤</a:t>
            </a:r>
            <a:r>
              <a:rPr lang="zh-CN" altLang="en-US" sz="1200" b="1" dirty="0">
                <a:latin typeface="+mn-ea"/>
              </a:rPr>
              <a:t>推理测评</a:t>
            </a:r>
          </a:p>
        </p:txBody>
      </p:sp>
      <p:sp>
        <p:nvSpPr>
          <p:cNvPr id="16" name="矩形 15">
            <a:extLst>
              <a:ext uri="{FF2B5EF4-FFF2-40B4-BE49-F238E27FC236}">
                <a16:creationId xmlns:a16="http://schemas.microsoft.com/office/drawing/2014/main" id="{F2D0132E-D03A-43EC-A577-7CA7EE4B45FF}"/>
              </a:ext>
            </a:extLst>
          </p:cNvPr>
          <p:cNvSpPr/>
          <p:nvPr/>
        </p:nvSpPr>
        <p:spPr>
          <a:xfrm>
            <a:off x="392433" y="4286613"/>
            <a:ext cx="1739747" cy="268310"/>
          </a:xfrm>
          <a:prstGeom prst="rect">
            <a:avLst/>
          </a:prstGeom>
          <a:solidFill>
            <a:schemeClr val="bg2">
              <a:lumMod val="90000"/>
            </a:schemeClr>
          </a:solidFill>
          <a:ln w="12700" cap="flat" cmpd="sng" algn="ctr">
            <a:noFill/>
            <a:prstDash val="solid"/>
            <a:miter lim="800000"/>
          </a:ln>
          <a:effectLst/>
        </p:spPr>
        <p:txBody>
          <a:bodyPr rot="0" spcFirstLastPara="0" vertOverflow="overflow" horzOverflow="overflow" vert="horz" wrap="square" lIns="91404" tIns="45702" rIns="91404" bIns="45702" numCol="1" spcCol="0" rtlCol="0" fromWordArt="0" anchor="ctr" anchorCtr="0" forceAA="0" compatLnSpc="1">
            <a:noAutofit/>
          </a:bodyPr>
          <a:lstStyle/>
          <a:p>
            <a:pPr algn="ctr" defTabSz="1187450"/>
            <a:r>
              <a:rPr lang="zh-CN" altLang="en-US" sz="1200" b="1" dirty="0">
                <a:solidFill>
                  <a:schemeClr val="accent1"/>
                </a:solidFill>
                <a:latin typeface="+mn-ea"/>
              </a:rPr>
              <a:t>⑥</a:t>
            </a:r>
            <a:r>
              <a:rPr lang="zh-CN" altLang="en-US" sz="1200" b="1" dirty="0">
                <a:latin typeface="+mn-ea"/>
              </a:rPr>
              <a:t>安装部署和运维</a:t>
            </a:r>
          </a:p>
        </p:txBody>
      </p:sp>
      <p:sp>
        <p:nvSpPr>
          <p:cNvPr id="17" name="矩形 16">
            <a:extLst>
              <a:ext uri="{FF2B5EF4-FFF2-40B4-BE49-F238E27FC236}">
                <a16:creationId xmlns:a16="http://schemas.microsoft.com/office/drawing/2014/main" id="{3A88690A-E96F-4C3C-A676-BAACB68321BF}"/>
              </a:ext>
            </a:extLst>
          </p:cNvPr>
          <p:cNvSpPr/>
          <p:nvPr/>
        </p:nvSpPr>
        <p:spPr>
          <a:xfrm>
            <a:off x="393052" y="4715240"/>
            <a:ext cx="1739747" cy="268310"/>
          </a:xfrm>
          <a:prstGeom prst="rect">
            <a:avLst/>
          </a:prstGeom>
          <a:solidFill>
            <a:schemeClr val="bg2">
              <a:lumMod val="90000"/>
            </a:schemeClr>
          </a:solidFill>
          <a:ln w="12700" cap="flat" cmpd="sng" algn="ctr">
            <a:noFill/>
            <a:prstDash val="solid"/>
            <a:miter lim="800000"/>
          </a:ln>
          <a:effectLst/>
        </p:spPr>
        <p:txBody>
          <a:bodyPr rot="0" spcFirstLastPara="0" vertOverflow="overflow" horzOverflow="overflow" vert="horz" wrap="square" lIns="91404" tIns="45702" rIns="91404" bIns="45702" numCol="1" spcCol="0" rtlCol="0" fromWordArt="0" anchor="ctr" anchorCtr="0" forceAA="0" compatLnSpc="1">
            <a:noAutofit/>
          </a:bodyPr>
          <a:lstStyle/>
          <a:p>
            <a:pPr lvl="0" algn="ctr" defTabSz="1187450">
              <a:defRPr/>
            </a:pPr>
            <a:r>
              <a:rPr lang="zh-CN" altLang="en-US" sz="1200" b="1" dirty="0">
                <a:solidFill>
                  <a:schemeClr val="accent1"/>
                </a:solidFill>
                <a:latin typeface="+mn-ea"/>
              </a:rPr>
              <a:t>⑦</a:t>
            </a:r>
            <a:r>
              <a:rPr lang="zh-CN" altLang="en-US" sz="1200" b="1" dirty="0">
                <a:latin typeface="+mn-ea"/>
              </a:rPr>
              <a:t>社区运营</a:t>
            </a:r>
            <a:endParaRPr lang="en-US" altLang="zh-CN" sz="1200" b="1" dirty="0">
              <a:latin typeface="+mn-ea"/>
            </a:endParaRPr>
          </a:p>
        </p:txBody>
      </p:sp>
      <p:cxnSp>
        <p:nvCxnSpPr>
          <p:cNvPr id="18" name="直接箭头连接符 17">
            <a:extLst>
              <a:ext uri="{FF2B5EF4-FFF2-40B4-BE49-F238E27FC236}">
                <a16:creationId xmlns:a16="http://schemas.microsoft.com/office/drawing/2014/main" id="{59A88EE9-DF49-4F60-94CE-E60D447EE98B}"/>
              </a:ext>
            </a:extLst>
          </p:cNvPr>
          <p:cNvCxnSpPr>
            <a:cxnSpLocks/>
            <a:stCxn id="11" idx="2"/>
            <a:endCxn id="12" idx="0"/>
          </p:cNvCxnSpPr>
          <p:nvPr/>
        </p:nvCxnSpPr>
        <p:spPr>
          <a:xfrm>
            <a:off x="1262306" y="1860988"/>
            <a:ext cx="310" cy="257104"/>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21" name="直接箭头连接符 20">
            <a:extLst>
              <a:ext uri="{FF2B5EF4-FFF2-40B4-BE49-F238E27FC236}">
                <a16:creationId xmlns:a16="http://schemas.microsoft.com/office/drawing/2014/main" id="{6C48AC64-7B24-4273-A1F5-3771FD3667E6}"/>
              </a:ext>
            </a:extLst>
          </p:cNvPr>
          <p:cNvCxnSpPr>
            <a:cxnSpLocks/>
            <a:stCxn id="12" idx="2"/>
            <a:endCxn id="13" idx="0"/>
          </p:cNvCxnSpPr>
          <p:nvPr/>
        </p:nvCxnSpPr>
        <p:spPr>
          <a:xfrm>
            <a:off x="1262616" y="2391312"/>
            <a:ext cx="0" cy="230953"/>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24" name="直接箭头连接符 23">
            <a:extLst>
              <a:ext uri="{FF2B5EF4-FFF2-40B4-BE49-F238E27FC236}">
                <a16:creationId xmlns:a16="http://schemas.microsoft.com/office/drawing/2014/main" id="{F020DC9F-38DE-44FB-83A6-7F158153A665}"/>
              </a:ext>
            </a:extLst>
          </p:cNvPr>
          <p:cNvCxnSpPr>
            <a:cxnSpLocks/>
            <a:stCxn id="13" idx="2"/>
            <a:endCxn id="14" idx="0"/>
          </p:cNvCxnSpPr>
          <p:nvPr/>
        </p:nvCxnSpPr>
        <p:spPr>
          <a:xfrm>
            <a:off x="1262616" y="2884557"/>
            <a:ext cx="310" cy="333182"/>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27" name="直接箭头连接符 26">
            <a:extLst>
              <a:ext uri="{FF2B5EF4-FFF2-40B4-BE49-F238E27FC236}">
                <a16:creationId xmlns:a16="http://schemas.microsoft.com/office/drawing/2014/main" id="{0A7CEDA7-8F04-4E12-9885-D6A99BACC676}"/>
              </a:ext>
            </a:extLst>
          </p:cNvPr>
          <p:cNvCxnSpPr>
            <a:cxnSpLocks/>
            <a:stCxn id="14" idx="2"/>
            <a:endCxn id="15" idx="0"/>
          </p:cNvCxnSpPr>
          <p:nvPr/>
        </p:nvCxnSpPr>
        <p:spPr>
          <a:xfrm>
            <a:off x="1262926" y="3480031"/>
            <a:ext cx="0" cy="302413"/>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31" name="直接箭头连接符 30">
            <a:extLst>
              <a:ext uri="{FF2B5EF4-FFF2-40B4-BE49-F238E27FC236}">
                <a16:creationId xmlns:a16="http://schemas.microsoft.com/office/drawing/2014/main" id="{F24604E4-F8F4-4EBE-9BCB-BC59A19C37E6}"/>
              </a:ext>
            </a:extLst>
          </p:cNvPr>
          <p:cNvCxnSpPr>
            <a:cxnSpLocks/>
            <a:stCxn id="15" idx="2"/>
            <a:endCxn id="16" idx="0"/>
          </p:cNvCxnSpPr>
          <p:nvPr/>
        </p:nvCxnSpPr>
        <p:spPr>
          <a:xfrm flipH="1">
            <a:off x="1262307" y="4050754"/>
            <a:ext cx="619" cy="235859"/>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34" name="直接箭头连接符 33">
            <a:extLst>
              <a:ext uri="{FF2B5EF4-FFF2-40B4-BE49-F238E27FC236}">
                <a16:creationId xmlns:a16="http://schemas.microsoft.com/office/drawing/2014/main" id="{10F0D72F-F2FF-40C6-8967-F079EE85BE14}"/>
              </a:ext>
            </a:extLst>
          </p:cNvPr>
          <p:cNvCxnSpPr>
            <a:cxnSpLocks/>
            <a:stCxn id="16" idx="2"/>
            <a:endCxn id="17" idx="0"/>
          </p:cNvCxnSpPr>
          <p:nvPr/>
        </p:nvCxnSpPr>
        <p:spPr>
          <a:xfrm>
            <a:off x="1262307" y="4554923"/>
            <a:ext cx="619" cy="160317"/>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28" name="矩形 27">
            <a:extLst>
              <a:ext uri="{FF2B5EF4-FFF2-40B4-BE49-F238E27FC236}">
                <a16:creationId xmlns:a16="http://schemas.microsoft.com/office/drawing/2014/main" id="{3F132993-9A41-4D95-BC24-76C3E1992A14}"/>
              </a:ext>
            </a:extLst>
          </p:cNvPr>
          <p:cNvSpPr/>
          <p:nvPr/>
        </p:nvSpPr>
        <p:spPr>
          <a:xfrm>
            <a:off x="468173" y="6104689"/>
            <a:ext cx="663657" cy="68222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09" rtl="0" eaLnBrk="1" fontAlgn="base" latinLnBrk="0" hangingPunct="1">
              <a:lnSpc>
                <a:spcPct val="100000"/>
              </a:lnSpc>
              <a:spcBef>
                <a:spcPct val="0"/>
              </a:spcBef>
              <a:spcAft>
                <a:spcPct val="0"/>
              </a:spcAft>
              <a:buClrTx/>
              <a:buSzTx/>
              <a:buFontTx/>
              <a:buNone/>
              <a:tabLst/>
              <a:defRPr/>
            </a:pPr>
            <a:r>
              <a:rPr lang="en-US" altLang="zh-CN" sz="1600" b="1" dirty="0">
                <a:solidFill>
                  <a:srgbClr val="FFFFFF"/>
                </a:solidFill>
                <a:latin typeface="微软雅黑" panose="020B0503020204020204" pitchFamily="34" charset="-122"/>
                <a:ea typeface="微软雅黑" panose="020B0503020204020204" pitchFamily="34" charset="-122"/>
              </a:rPr>
              <a:t>H2</a:t>
            </a:r>
            <a:r>
              <a:rPr lang="zh-CN" altLang="en-US" sz="1600" b="1" dirty="0">
                <a:solidFill>
                  <a:srgbClr val="FFFFFF"/>
                </a:solidFill>
                <a:latin typeface="微软雅黑" panose="020B0503020204020204" pitchFamily="34" charset="-122"/>
                <a:ea typeface="微软雅黑" panose="020B0503020204020204" pitchFamily="34" charset="-122"/>
              </a:rPr>
              <a:t>目标</a:t>
            </a:r>
            <a:endParaRPr kumimoji="0" lang="zh-CN" altLang="en-US" sz="1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29" name="表格 28">
            <a:extLst>
              <a:ext uri="{FF2B5EF4-FFF2-40B4-BE49-F238E27FC236}">
                <a16:creationId xmlns:a16="http://schemas.microsoft.com/office/drawing/2014/main" id="{F3A8CB95-4B90-474E-9514-4C454AADE287}"/>
              </a:ext>
            </a:extLst>
          </p:cNvPr>
          <p:cNvGraphicFramePr/>
          <p:nvPr>
            <p:extLst>
              <p:ext uri="{D42A27DB-BD31-4B8C-83A1-F6EECF244321}">
                <p14:modId xmlns:p14="http://schemas.microsoft.com/office/powerpoint/2010/main" val="2697174852"/>
              </p:ext>
            </p:extLst>
          </p:nvPr>
        </p:nvGraphicFramePr>
        <p:xfrm>
          <a:off x="1131830" y="6119712"/>
          <a:ext cx="10596760" cy="657505"/>
        </p:xfrm>
        <a:graphic>
          <a:graphicData uri="http://schemas.openxmlformats.org/drawingml/2006/table">
            <a:tbl>
              <a:tblPr/>
              <a:tblGrid>
                <a:gridCol w="10596760">
                  <a:extLst>
                    <a:ext uri="{9D8B030D-6E8A-4147-A177-3AD203B41FA5}">
                      <a16:colId xmlns:a16="http://schemas.microsoft.com/office/drawing/2014/main" val="20001"/>
                    </a:ext>
                  </a:extLst>
                </a:gridCol>
              </a:tblGrid>
              <a:tr h="657505">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marL="319087" marR="0" lvl="0" indent="-228600" algn="l" defTabSz="913029" rtl="0" eaLnBrk="0" fontAlgn="base" latinLnBrk="0" hangingPunct="1">
                        <a:lnSpc>
                          <a:spcPct val="100000"/>
                        </a:lnSpc>
                        <a:spcBef>
                          <a:spcPct val="0"/>
                        </a:spcBef>
                        <a:spcAft>
                          <a:spcPct val="0"/>
                        </a:spcAft>
                        <a:buClrTx/>
                        <a:buSzTx/>
                        <a:buFontTx/>
                        <a:buAutoNum type="arabicPeriod"/>
                        <a:tabLst/>
                        <a:defRPr/>
                      </a:pPr>
                      <a:r>
                        <a:rPr kumimoji="0" lang="zh-CN" altLang="en-US" sz="12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完成蓝区知识库构建，典型场景</a:t>
                      </a:r>
                      <a:r>
                        <a:rPr kumimoji="0" lang="en-US" altLang="zh-CN" sz="12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a:t>
                      </a:r>
                      <a:r>
                        <a:rPr kumimoji="0" lang="zh-CN" altLang="en-US" sz="12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特性的知识和经验</a:t>
                      </a: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覆盖</a:t>
                      </a:r>
                      <a:r>
                        <a:rPr kumimoji="0" lang="en-US" altLang="zh-CN"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80%+</a:t>
                      </a:r>
                      <a:r>
                        <a:rPr kumimoji="0" lang="zh-CN" altLang="en-US" sz="12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，核心场景</a:t>
                      </a: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冲突率小于</a:t>
                      </a:r>
                      <a:r>
                        <a:rPr kumimoji="0" lang="en-US" altLang="zh-CN"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5%</a:t>
                      </a:r>
                      <a:r>
                        <a:rPr kumimoji="0" lang="zh-CN" altLang="en-US" sz="12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，所有知识元数据</a:t>
                      </a: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完整度</a:t>
                      </a:r>
                      <a:r>
                        <a:rPr kumimoji="0" lang="en-US" altLang="zh-CN"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100%</a:t>
                      </a:r>
                      <a:r>
                        <a:rPr kumimoji="0" lang="zh-CN" altLang="en-US" sz="12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均可追溯。</a:t>
                      </a:r>
                      <a:endParaRPr kumimoji="0" lang="en-US" altLang="zh-CN" sz="12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319087" marR="0" lvl="0" indent="-228600" algn="l" defTabSz="913029" rtl="0" eaLnBrk="0" fontAlgn="base" latinLnBrk="0" hangingPunct="1">
                        <a:lnSpc>
                          <a:spcPct val="100000"/>
                        </a:lnSpc>
                        <a:spcBef>
                          <a:spcPct val="0"/>
                        </a:spcBef>
                        <a:spcAft>
                          <a:spcPct val="0"/>
                        </a:spcAft>
                        <a:buClrTx/>
                        <a:buSzTx/>
                        <a:buFontTx/>
                        <a:buAutoNum type="arabicPeriod"/>
                        <a:tabLst/>
                        <a:defRPr/>
                      </a:pPr>
                      <a:r>
                        <a:rPr kumimoji="0" lang="zh-CN" altLang="en-US" sz="12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重复任务场景</a:t>
                      </a:r>
                      <a:r>
                        <a:rPr kumimoji="0" lang="en-US" altLang="zh-CN" sz="12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Agent/Skill</a:t>
                      </a:r>
                      <a:r>
                        <a:rPr kumimoji="0" lang="zh-CN" altLang="en-US" sz="12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r>
                        <a:rPr kumimoji="0" lang="en-US" altLang="zh-CN"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100%</a:t>
                      </a: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覆盖</a:t>
                      </a:r>
                      <a:r>
                        <a:rPr kumimoji="0" lang="zh-CN" altLang="en-US" sz="12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，单一场景</a:t>
                      </a: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效率提升</a:t>
                      </a:r>
                      <a:r>
                        <a:rPr kumimoji="0" lang="en-US" altLang="zh-CN"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50%</a:t>
                      </a:r>
                      <a:r>
                        <a:rPr kumimoji="0" lang="zh-CN" altLang="en-US" sz="12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，复杂系统性研发场景</a:t>
                      </a:r>
                      <a:r>
                        <a:rPr kumimoji="0" lang="en-US" altLang="zh-CN" sz="12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Agent</a:t>
                      </a:r>
                      <a:r>
                        <a:rPr kumimoji="0" lang="zh-CN" altLang="en-US" sz="12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能有效辅助人工做出决策</a:t>
                      </a:r>
                      <a:endParaRPr kumimoji="0" lang="en-US" altLang="zh-CN" sz="12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319087" marR="0" lvl="0" indent="-228600" algn="l" defTabSz="913029" rtl="0" eaLnBrk="0" fontAlgn="base" latinLnBrk="0" hangingPunct="1">
                        <a:lnSpc>
                          <a:spcPct val="100000"/>
                        </a:lnSpc>
                        <a:spcBef>
                          <a:spcPct val="0"/>
                        </a:spcBef>
                        <a:spcAft>
                          <a:spcPct val="0"/>
                        </a:spcAft>
                        <a:buClrTx/>
                        <a:buSzTx/>
                        <a:buFontTx/>
                        <a:buAutoNum type="arabicPeriod"/>
                        <a:tabLst/>
                        <a:defRPr/>
                      </a:pPr>
                      <a:r>
                        <a:rPr kumimoji="0" lang="zh-CN" altLang="en-US" sz="12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模型开箱场景，模型结构变化小的场景</a:t>
                      </a:r>
                      <a:r>
                        <a:rPr kumimoji="0" lang="en-US" altLang="zh-CN"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90%</a:t>
                      </a: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任务由</a:t>
                      </a:r>
                      <a:r>
                        <a:rPr kumimoji="0" lang="en-US" altLang="zh-CN"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Agent</a:t>
                      </a: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完成</a:t>
                      </a:r>
                      <a:r>
                        <a:rPr kumimoji="0" lang="zh-CN" altLang="en-US" sz="12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，模型结构变化中等的场景</a:t>
                      </a:r>
                      <a:r>
                        <a:rPr kumimoji="0" lang="en-US" altLang="zh-CN"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60%</a:t>
                      </a: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任务由</a:t>
                      </a:r>
                      <a:r>
                        <a:rPr kumimoji="0" lang="en-US" altLang="zh-CN"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Agent</a:t>
                      </a: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完成</a:t>
                      </a:r>
                      <a:endParaRPr kumimoji="0" lang="en-US" altLang="zh-CN"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a:txBody>
                  <a:tcPr>
                    <a:lnL>
                      <a:noFill/>
                    </a:lnL>
                    <a:lnR cap="flat">
                      <a:noFill/>
                    </a:lnR>
                    <a:lnT cap="flat">
                      <a:noFill/>
                    </a:lnT>
                    <a:lnB cap="flat">
                      <a:noFill/>
                    </a:lnB>
                    <a:lnTlToBr>
                      <a:noFill/>
                    </a:lnTlToBr>
                    <a:lnBlToTr>
                      <a:noFill/>
                    </a:lnBlToTr>
                    <a:solidFill>
                      <a:srgbClr val="F2F2F2">
                        <a:alpha val="100000"/>
                      </a:srgbClr>
                    </a:solidFill>
                  </a:tcPr>
                </a:tc>
                <a:extLst>
                  <a:ext uri="{0D108BD9-81ED-4DB2-BD59-A6C34878D82A}">
                    <a16:rowId xmlns:a16="http://schemas.microsoft.com/office/drawing/2014/main" val="10000"/>
                  </a:ext>
                </a:extLst>
              </a:tr>
            </a:tbl>
          </a:graphicData>
        </a:graphic>
      </p:graphicFrame>
      <p:sp>
        <p:nvSpPr>
          <p:cNvPr id="30" name="矩形 29">
            <a:extLst>
              <a:ext uri="{FF2B5EF4-FFF2-40B4-BE49-F238E27FC236}">
                <a16:creationId xmlns:a16="http://schemas.microsoft.com/office/drawing/2014/main" id="{53663437-E778-4D74-9618-8B60F1AFCF48}"/>
              </a:ext>
            </a:extLst>
          </p:cNvPr>
          <p:cNvSpPr/>
          <p:nvPr/>
        </p:nvSpPr>
        <p:spPr>
          <a:xfrm>
            <a:off x="290510" y="316370"/>
            <a:ext cx="658860" cy="46677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09" rtl="0" eaLnBrk="1" fontAlgn="base" latinLnBrk="0" hangingPunct="1">
              <a:lnSpc>
                <a:spcPct val="100000"/>
              </a:lnSpc>
              <a:spcBef>
                <a:spcPct val="0"/>
              </a:spcBef>
              <a:spcAft>
                <a:spcPct val="0"/>
              </a:spcAft>
              <a:buClrTx/>
              <a:buSzTx/>
              <a:buFontTx/>
              <a:buNone/>
              <a:tabLst/>
              <a:defRPr/>
            </a:pPr>
            <a:r>
              <a:rPr lang="zh-CN" altLang="en-US" sz="1600" b="1" dirty="0">
                <a:solidFill>
                  <a:srgbClr val="FFFFFF"/>
                </a:solidFill>
                <a:latin typeface="微软雅黑" panose="020B0503020204020204" pitchFamily="34" charset="-122"/>
                <a:ea typeface="微软雅黑" panose="020B0503020204020204" pitchFamily="34" charset="-122"/>
              </a:rPr>
              <a:t>收益评估</a:t>
            </a:r>
            <a:endParaRPr kumimoji="0" lang="zh-CN" altLang="en-US" sz="1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32" name="表格 31">
            <a:extLst>
              <a:ext uri="{FF2B5EF4-FFF2-40B4-BE49-F238E27FC236}">
                <a16:creationId xmlns:a16="http://schemas.microsoft.com/office/drawing/2014/main" id="{9E0F4753-2EE7-40D0-A65B-C67EBF2E9903}"/>
              </a:ext>
            </a:extLst>
          </p:cNvPr>
          <p:cNvGraphicFramePr/>
          <p:nvPr>
            <p:extLst>
              <p:ext uri="{D42A27DB-BD31-4B8C-83A1-F6EECF244321}">
                <p14:modId xmlns:p14="http://schemas.microsoft.com/office/powerpoint/2010/main" val="2653312151"/>
              </p:ext>
            </p:extLst>
          </p:nvPr>
        </p:nvGraphicFramePr>
        <p:xfrm>
          <a:off x="949370" y="316370"/>
          <a:ext cx="10956876" cy="466778"/>
        </p:xfrm>
        <a:graphic>
          <a:graphicData uri="http://schemas.openxmlformats.org/drawingml/2006/table">
            <a:tbl>
              <a:tblPr/>
              <a:tblGrid>
                <a:gridCol w="10956876">
                  <a:extLst>
                    <a:ext uri="{9D8B030D-6E8A-4147-A177-3AD203B41FA5}">
                      <a16:colId xmlns:a16="http://schemas.microsoft.com/office/drawing/2014/main" val="20001"/>
                    </a:ext>
                  </a:extLst>
                </a:gridCol>
              </a:tblGrid>
              <a:tr h="466778">
                <a:tc>
                  <a:txBody>
                    <a:bodyPr/>
                    <a:lstStyle>
                      <a:lvl1pPr marL="0" algn="l" defTabSz="1187798" rtl="0" eaLnBrk="1" latinLnBrk="0" hangingPunct="1">
                        <a:defRPr sz="2338" kern="1200">
                          <a:solidFill>
                            <a:schemeClr val="tx1"/>
                          </a:solidFill>
                          <a:latin typeface="Arial"/>
                          <a:ea typeface="微软雅黑"/>
                        </a:defRPr>
                      </a:lvl1pPr>
                      <a:lvl2pPr marL="593900" algn="l" defTabSz="1187798" rtl="0" eaLnBrk="1" latinLnBrk="0" hangingPunct="1">
                        <a:defRPr sz="2338" kern="1200">
                          <a:solidFill>
                            <a:schemeClr val="tx1"/>
                          </a:solidFill>
                          <a:latin typeface="Arial"/>
                          <a:ea typeface="微软雅黑"/>
                        </a:defRPr>
                      </a:lvl2pPr>
                      <a:lvl3pPr marL="1187798" algn="l" defTabSz="1187798" rtl="0" eaLnBrk="1" latinLnBrk="0" hangingPunct="1">
                        <a:defRPr sz="2338" kern="1200">
                          <a:solidFill>
                            <a:schemeClr val="tx1"/>
                          </a:solidFill>
                          <a:latin typeface="Arial"/>
                          <a:ea typeface="微软雅黑"/>
                        </a:defRPr>
                      </a:lvl3pPr>
                      <a:lvl4pPr marL="1781699" algn="l" defTabSz="1187798" rtl="0" eaLnBrk="1" latinLnBrk="0" hangingPunct="1">
                        <a:defRPr sz="2338" kern="1200">
                          <a:solidFill>
                            <a:schemeClr val="tx1"/>
                          </a:solidFill>
                          <a:latin typeface="Arial"/>
                          <a:ea typeface="微软雅黑"/>
                        </a:defRPr>
                      </a:lvl4pPr>
                      <a:lvl5pPr marL="2375598" algn="l" defTabSz="1187798" rtl="0" eaLnBrk="1" latinLnBrk="0" hangingPunct="1">
                        <a:defRPr sz="2338" kern="1200">
                          <a:solidFill>
                            <a:schemeClr val="tx1"/>
                          </a:solidFill>
                          <a:latin typeface="Arial"/>
                          <a:ea typeface="微软雅黑"/>
                        </a:defRPr>
                      </a:lvl5pPr>
                      <a:lvl6pPr marL="2969497" algn="l" defTabSz="1187798" rtl="0" eaLnBrk="1" latinLnBrk="0" hangingPunct="1">
                        <a:defRPr sz="2338" kern="1200">
                          <a:solidFill>
                            <a:schemeClr val="tx1"/>
                          </a:solidFill>
                          <a:latin typeface="Arial"/>
                          <a:ea typeface="微软雅黑"/>
                        </a:defRPr>
                      </a:lvl6pPr>
                      <a:lvl7pPr marL="3563396" algn="l" defTabSz="1187798" rtl="0" eaLnBrk="1" latinLnBrk="0" hangingPunct="1">
                        <a:defRPr sz="2338" kern="1200">
                          <a:solidFill>
                            <a:schemeClr val="tx1"/>
                          </a:solidFill>
                          <a:latin typeface="Arial"/>
                          <a:ea typeface="微软雅黑"/>
                        </a:defRPr>
                      </a:lvl7pPr>
                      <a:lvl8pPr marL="4157297" algn="l" defTabSz="1187798" rtl="0" eaLnBrk="1" latinLnBrk="0" hangingPunct="1">
                        <a:defRPr sz="2338" kern="1200">
                          <a:solidFill>
                            <a:schemeClr val="tx1"/>
                          </a:solidFill>
                          <a:latin typeface="Arial"/>
                          <a:ea typeface="微软雅黑"/>
                        </a:defRPr>
                      </a:lvl8pPr>
                      <a:lvl9pPr marL="4751195" algn="l" defTabSz="1187798" rtl="0" eaLnBrk="1" latinLnBrk="0" hangingPunct="1">
                        <a:defRPr sz="2338" kern="1200">
                          <a:solidFill>
                            <a:schemeClr val="tx1"/>
                          </a:solidFill>
                          <a:latin typeface="Arial"/>
                          <a:ea typeface="微软雅黑"/>
                        </a:defRPr>
                      </a:lvl9pPr>
                    </a:lstStyle>
                    <a:p>
                      <a:pPr marL="90487" marR="0" lvl="0" indent="0" algn="l" defTabSz="913029" rtl="0" eaLnBrk="0" fontAlgn="base" latinLnBrk="0" hangingPunct="1">
                        <a:lnSpc>
                          <a:spcPct val="100000"/>
                        </a:lnSpc>
                        <a:spcBef>
                          <a:spcPct val="0"/>
                        </a:spcBef>
                        <a:spcAft>
                          <a:spcPct val="0"/>
                        </a:spcAft>
                        <a:buClrTx/>
                        <a:buSzTx/>
                        <a:buFontTx/>
                        <a:buNone/>
                        <a:tabLst/>
                        <a:defRPr/>
                      </a:pPr>
                      <a:r>
                        <a:rPr kumimoji="0" lang="zh-CN" altLang="en-US" sz="1200" b="1" i="0" u="none" strike="noStrike" kern="0" cap="none" spc="0" normalizeH="0" baseline="0" noProof="0" dirty="0">
                          <a:ln>
                            <a:noFill/>
                          </a:ln>
                          <a:solidFill>
                            <a:schemeClr val="tx1"/>
                          </a:solidFill>
                          <a:effectLst/>
                          <a:uLnTx/>
                          <a:uFillTx/>
                          <a:latin typeface="+mn-ea"/>
                          <a:ea typeface="+mn-ea"/>
                          <a:cs typeface="+mn-cs"/>
                        </a:rPr>
                        <a:t>当前提效：</a:t>
                      </a:r>
                      <a:r>
                        <a:rPr kumimoji="0" lang="zh-CN" altLang="en-US" sz="1200" b="0" i="0" u="none" strike="noStrike" kern="0" cap="none" spc="0" normalizeH="0" baseline="0" noProof="0" dirty="0">
                          <a:ln>
                            <a:noFill/>
                          </a:ln>
                          <a:solidFill>
                            <a:schemeClr val="tx1"/>
                          </a:solidFill>
                          <a:effectLst/>
                          <a:uLnTx/>
                          <a:uFillTx/>
                          <a:latin typeface="+mn-ea"/>
                          <a:ea typeface="微软雅黑"/>
                          <a:cs typeface="+mn-cs"/>
                        </a:rPr>
                        <a:t>提效水平取决于使用者能力及环境等综合因素。</a:t>
                      </a:r>
                      <a:r>
                        <a:rPr kumimoji="0" lang="zh-CN" altLang="en-US" sz="1200" b="0" i="0" u="none" strike="noStrike" kern="0" cap="none" spc="0" normalizeH="0" baseline="0" noProof="0" dirty="0">
                          <a:ln>
                            <a:noFill/>
                          </a:ln>
                          <a:solidFill>
                            <a:schemeClr val="tx1"/>
                          </a:solidFill>
                          <a:effectLst/>
                          <a:uLnTx/>
                          <a:uFillTx/>
                          <a:latin typeface="+mn-ea"/>
                          <a:ea typeface="+mn-ea"/>
                          <a:cs typeface="+mn-cs"/>
                        </a:rPr>
                        <a:t>能做</a:t>
                      </a:r>
                      <a:r>
                        <a:rPr kumimoji="0" lang="en-US" altLang="zh-CN" sz="1200" b="1" i="0" u="none" strike="noStrike" kern="0" cap="none" spc="0" normalizeH="0" baseline="0" noProof="0" dirty="0">
                          <a:ln>
                            <a:noFill/>
                          </a:ln>
                          <a:solidFill>
                            <a:schemeClr val="tx1"/>
                          </a:solidFill>
                          <a:effectLst/>
                          <a:uLnTx/>
                          <a:uFillTx/>
                          <a:latin typeface="+mn-ea"/>
                          <a:ea typeface="+mn-ea"/>
                          <a:cs typeface="+mn-cs"/>
                        </a:rPr>
                        <a:t>(</a:t>
                      </a:r>
                      <a:r>
                        <a:rPr kumimoji="0" lang="zh-CN" altLang="en-US" sz="1200" b="0" i="0" u="none" strike="noStrike" kern="0" cap="none" spc="0" normalizeH="0" baseline="0" noProof="0" dirty="0">
                          <a:ln>
                            <a:noFill/>
                          </a:ln>
                          <a:solidFill>
                            <a:schemeClr val="tx1"/>
                          </a:solidFill>
                          <a:effectLst/>
                          <a:uLnTx/>
                          <a:uFillTx/>
                          <a:latin typeface="+mn-ea"/>
                          <a:ea typeface="+mn-ea"/>
                          <a:cs typeface="+mn-cs"/>
                        </a:rPr>
                        <a:t>单一</a:t>
                      </a:r>
                      <a:r>
                        <a:rPr kumimoji="0" lang="en-US" altLang="zh-CN" sz="1200" b="0" i="0" u="none" strike="noStrike" kern="0" cap="none" spc="0" normalizeH="0" baseline="0" noProof="0" dirty="0">
                          <a:ln>
                            <a:noFill/>
                          </a:ln>
                          <a:solidFill>
                            <a:schemeClr val="tx1"/>
                          </a:solidFill>
                          <a:effectLst/>
                          <a:uLnTx/>
                          <a:uFillTx/>
                          <a:latin typeface="+mn-ea"/>
                          <a:ea typeface="+mn-ea"/>
                          <a:cs typeface="+mn-cs"/>
                        </a:rPr>
                        <a:t>/</a:t>
                      </a:r>
                      <a:r>
                        <a:rPr kumimoji="0" lang="zh-CN" altLang="en-US" sz="1200" b="0" i="0" u="none" strike="noStrike" kern="0" cap="none" spc="0" normalizeH="0" baseline="0" noProof="0" dirty="0">
                          <a:ln>
                            <a:noFill/>
                          </a:ln>
                          <a:solidFill>
                            <a:schemeClr val="tx1"/>
                          </a:solidFill>
                          <a:effectLst/>
                          <a:uLnTx/>
                          <a:uFillTx/>
                          <a:latin typeface="+mn-ea"/>
                          <a:ea typeface="+mn-ea"/>
                          <a:cs typeface="+mn-cs"/>
                        </a:rPr>
                        <a:t>重复率高</a:t>
                      </a:r>
                      <a:r>
                        <a:rPr kumimoji="0" lang="en-US" altLang="zh-CN" sz="1200" b="0" i="0" u="none" strike="noStrike" kern="0" cap="none" spc="0" normalizeH="0" baseline="0" noProof="0" dirty="0">
                          <a:ln>
                            <a:noFill/>
                          </a:ln>
                          <a:solidFill>
                            <a:schemeClr val="tx1"/>
                          </a:solidFill>
                          <a:effectLst/>
                          <a:uLnTx/>
                          <a:uFillTx/>
                          <a:latin typeface="+mn-ea"/>
                          <a:ea typeface="+mn-ea"/>
                          <a:cs typeface="+mn-cs"/>
                        </a:rPr>
                        <a:t>)</a:t>
                      </a:r>
                      <a:r>
                        <a:rPr kumimoji="0" lang="zh-CN" altLang="en-US" sz="1200" b="0" i="0" u="none" strike="noStrike" kern="0" cap="none" spc="0" normalizeH="0" baseline="0" noProof="0" dirty="0">
                          <a:ln>
                            <a:noFill/>
                          </a:ln>
                          <a:solidFill>
                            <a:schemeClr val="tx1"/>
                          </a:solidFill>
                          <a:effectLst/>
                          <a:uLnTx/>
                          <a:uFillTx/>
                          <a:latin typeface="+mn-ea"/>
                          <a:ea typeface="+mn-ea"/>
                          <a:cs typeface="+mn-cs"/>
                        </a:rPr>
                        <a:t>场景提效</a:t>
                      </a:r>
                      <a:r>
                        <a:rPr kumimoji="0" lang="en-US" altLang="zh-CN" sz="1200" b="0" i="0" u="none" strike="noStrike" kern="0" cap="none" spc="0" normalizeH="0" baseline="0" noProof="0" dirty="0">
                          <a:ln>
                            <a:noFill/>
                          </a:ln>
                          <a:solidFill>
                            <a:schemeClr val="tx1"/>
                          </a:solidFill>
                          <a:effectLst/>
                          <a:uLnTx/>
                          <a:uFillTx/>
                          <a:latin typeface="+mn-ea"/>
                          <a:ea typeface="+mn-ea"/>
                          <a:cs typeface="+mn-cs"/>
                        </a:rPr>
                        <a:t>65%</a:t>
                      </a:r>
                      <a:r>
                        <a:rPr kumimoji="0" lang="zh-CN" altLang="en-US" sz="1200" b="0" i="0" u="none" strike="noStrike" kern="0" cap="none" spc="0" normalizeH="0" baseline="0" noProof="0" dirty="0">
                          <a:ln>
                            <a:noFill/>
                          </a:ln>
                          <a:solidFill>
                            <a:schemeClr val="tx1"/>
                          </a:solidFill>
                          <a:effectLst/>
                          <a:uLnTx/>
                          <a:uFillTx/>
                          <a:latin typeface="+mn-ea"/>
                          <a:ea typeface="+mn-ea"/>
                          <a:cs typeface="+mn-cs"/>
                        </a:rPr>
                        <a:t>，探索做</a:t>
                      </a:r>
                      <a:r>
                        <a:rPr kumimoji="0" lang="en-US" altLang="zh-CN" sz="1200" b="0" i="0" u="none" strike="noStrike" kern="0" cap="none" spc="0" normalizeH="0" baseline="0" noProof="0" dirty="0">
                          <a:ln>
                            <a:noFill/>
                          </a:ln>
                          <a:solidFill>
                            <a:schemeClr val="tx1"/>
                          </a:solidFill>
                          <a:effectLst/>
                          <a:uLnTx/>
                          <a:uFillTx/>
                          <a:latin typeface="+mn-ea"/>
                          <a:ea typeface="+mn-ea"/>
                          <a:cs typeface="+mn-cs"/>
                        </a:rPr>
                        <a:t>(</a:t>
                      </a:r>
                      <a:r>
                        <a:rPr kumimoji="0" lang="zh-CN" altLang="en-US" sz="1200" b="0" i="0" u="none" strike="noStrike" kern="0" cap="none" spc="0" normalizeH="0" baseline="0" noProof="0" dirty="0">
                          <a:ln>
                            <a:noFill/>
                          </a:ln>
                          <a:solidFill>
                            <a:schemeClr val="tx1"/>
                          </a:solidFill>
                          <a:effectLst/>
                          <a:uLnTx/>
                          <a:uFillTx/>
                          <a:latin typeface="+mn-ea"/>
                          <a:ea typeface="+mn-ea"/>
                          <a:cs typeface="+mn-cs"/>
                        </a:rPr>
                        <a:t>多领域综合</a:t>
                      </a:r>
                      <a:r>
                        <a:rPr kumimoji="0" lang="en-US" altLang="zh-CN" sz="1200" b="0" i="0" u="none" strike="noStrike" kern="0" cap="none" spc="0" normalizeH="0" baseline="0" noProof="0" dirty="0">
                          <a:ln>
                            <a:noFill/>
                          </a:ln>
                          <a:solidFill>
                            <a:schemeClr val="tx1"/>
                          </a:solidFill>
                          <a:effectLst/>
                          <a:uLnTx/>
                          <a:uFillTx/>
                          <a:latin typeface="+mn-ea"/>
                          <a:ea typeface="+mn-ea"/>
                          <a:cs typeface="+mn-cs"/>
                        </a:rPr>
                        <a:t>)</a:t>
                      </a:r>
                      <a:r>
                        <a:rPr kumimoji="0" lang="zh-CN" altLang="en-US" sz="1200" b="0" i="0" u="none" strike="noStrike" kern="0" cap="none" spc="0" normalizeH="0" baseline="0" noProof="0" dirty="0">
                          <a:ln>
                            <a:noFill/>
                          </a:ln>
                          <a:solidFill>
                            <a:schemeClr val="tx1"/>
                          </a:solidFill>
                          <a:effectLst/>
                          <a:uLnTx/>
                          <a:uFillTx/>
                          <a:latin typeface="+mn-ea"/>
                          <a:ea typeface="微软雅黑"/>
                          <a:cs typeface="+mn-cs"/>
                        </a:rPr>
                        <a:t>场景</a:t>
                      </a:r>
                      <a:r>
                        <a:rPr kumimoji="0" lang="zh-CN" altLang="en-US" sz="1200" b="0" i="0" u="none" strike="noStrike" kern="0" cap="none" spc="0" normalizeH="0" baseline="0" noProof="0" dirty="0">
                          <a:ln>
                            <a:noFill/>
                          </a:ln>
                          <a:solidFill>
                            <a:schemeClr val="tx1"/>
                          </a:solidFill>
                          <a:effectLst/>
                          <a:uLnTx/>
                          <a:uFillTx/>
                          <a:latin typeface="+mn-ea"/>
                          <a:ea typeface="+mn-ea"/>
                          <a:cs typeface="+mn-cs"/>
                        </a:rPr>
                        <a:t>提效</a:t>
                      </a:r>
                      <a:r>
                        <a:rPr kumimoji="0" lang="en-US" altLang="zh-CN" sz="1200" b="0" i="0" u="none" strike="noStrike" kern="0" cap="none" spc="0" normalizeH="0" baseline="0" noProof="0" dirty="0">
                          <a:ln>
                            <a:noFill/>
                          </a:ln>
                          <a:solidFill>
                            <a:schemeClr val="tx1"/>
                          </a:solidFill>
                          <a:effectLst/>
                          <a:uLnTx/>
                          <a:uFillTx/>
                          <a:latin typeface="+mn-ea"/>
                          <a:ea typeface="+mn-ea"/>
                          <a:cs typeface="+mn-cs"/>
                        </a:rPr>
                        <a:t>10%</a:t>
                      </a:r>
                      <a:r>
                        <a:rPr kumimoji="0" lang="zh-CN" altLang="en-US" sz="1200" b="0" i="0" u="none" strike="noStrike" kern="0" cap="none" spc="0" normalizeH="0" baseline="0" noProof="0" dirty="0">
                          <a:ln>
                            <a:noFill/>
                          </a:ln>
                          <a:solidFill>
                            <a:schemeClr val="tx1"/>
                          </a:solidFill>
                          <a:effectLst/>
                          <a:uLnTx/>
                          <a:uFillTx/>
                          <a:latin typeface="+mn-ea"/>
                          <a:ea typeface="+mn-ea"/>
                          <a:cs typeface="+mn-cs"/>
                        </a:rPr>
                        <a:t>，综合提效</a:t>
                      </a:r>
                      <a:r>
                        <a:rPr kumimoji="0" lang="en-US" altLang="zh-CN" sz="1200" b="0" i="0" u="none" strike="noStrike" kern="0" cap="none" spc="0" normalizeH="0" baseline="0" noProof="0" dirty="0">
                          <a:ln>
                            <a:noFill/>
                          </a:ln>
                          <a:solidFill>
                            <a:schemeClr val="tx1"/>
                          </a:solidFill>
                          <a:effectLst/>
                          <a:uLnTx/>
                          <a:uFillTx/>
                          <a:latin typeface="+mn-ea"/>
                          <a:ea typeface="+mn-ea"/>
                          <a:cs typeface="+mn-cs"/>
                        </a:rPr>
                        <a:t>18%</a:t>
                      </a:r>
                    </a:p>
                    <a:p>
                      <a:pPr marL="90487" marR="0" lvl="0" indent="0" algn="l" defTabSz="913029" rtl="0" eaLnBrk="0" fontAlgn="base" latinLnBrk="0" hangingPunct="1">
                        <a:lnSpc>
                          <a:spcPct val="100000"/>
                        </a:lnSpc>
                        <a:spcBef>
                          <a:spcPct val="0"/>
                        </a:spcBef>
                        <a:spcAft>
                          <a:spcPct val="0"/>
                        </a:spcAft>
                        <a:buClrTx/>
                        <a:buSzTx/>
                        <a:buFontTx/>
                        <a:buNone/>
                        <a:tabLst/>
                        <a:defRPr/>
                      </a:pPr>
                      <a:r>
                        <a:rPr kumimoji="0" lang="zh-CN" altLang="en-US" sz="1200" b="1" i="0" u="none" strike="noStrike" kern="0" cap="none" spc="0" normalizeH="0" baseline="0" noProof="0" dirty="0">
                          <a:ln>
                            <a:noFill/>
                          </a:ln>
                          <a:solidFill>
                            <a:schemeClr val="tx1"/>
                          </a:solidFill>
                          <a:effectLst/>
                          <a:uLnTx/>
                          <a:uFillTx/>
                          <a:latin typeface="+mn-ea"/>
                          <a:ea typeface="+mn-ea"/>
                          <a:cs typeface="+mn-cs"/>
                        </a:rPr>
                        <a:t>预计</a:t>
                      </a:r>
                      <a:r>
                        <a:rPr kumimoji="0" lang="en-US" altLang="zh-CN" sz="1200" b="1" i="0" u="none" strike="noStrike" kern="0" cap="none" spc="0" normalizeH="0" baseline="0" noProof="0" dirty="0">
                          <a:ln>
                            <a:noFill/>
                          </a:ln>
                          <a:solidFill>
                            <a:schemeClr val="tx1"/>
                          </a:solidFill>
                          <a:effectLst/>
                          <a:uLnTx/>
                          <a:uFillTx/>
                          <a:latin typeface="+mn-ea"/>
                          <a:ea typeface="+mn-ea"/>
                          <a:cs typeface="+mn-cs"/>
                        </a:rPr>
                        <a:t>H2</a:t>
                      </a:r>
                      <a:r>
                        <a:rPr kumimoji="0" lang="zh-CN" altLang="en-US" sz="1200" b="1" i="0" u="none" strike="noStrike" kern="0" cap="none" spc="0" normalizeH="0" baseline="0" noProof="0" dirty="0">
                          <a:ln>
                            <a:noFill/>
                          </a:ln>
                          <a:solidFill>
                            <a:schemeClr val="tx1"/>
                          </a:solidFill>
                          <a:effectLst/>
                          <a:uLnTx/>
                          <a:uFillTx/>
                          <a:latin typeface="+mn-ea"/>
                          <a:ea typeface="+mn-ea"/>
                          <a:cs typeface="+mn-cs"/>
                        </a:rPr>
                        <a:t>提效：</a:t>
                      </a:r>
                      <a:r>
                        <a:rPr kumimoji="0" lang="zh-CN" altLang="en-US" sz="1200" b="0" i="0" u="none" strike="noStrike" kern="0" cap="none" spc="0" normalizeH="0" baseline="0" noProof="0" dirty="0">
                          <a:ln>
                            <a:noFill/>
                          </a:ln>
                          <a:solidFill>
                            <a:schemeClr val="tx1"/>
                          </a:solidFill>
                          <a:effectLst/>
                          <a:uLnTx/>
                          <a:uFillTx/>
                          <a:latin typeface="+mn-ea"/>
                          <a:ea typeface="+mn-ea"/>
                          <a:cs typeface="+mn-cs"/>
                        </a:rPr>
                        <a:t>能做场景总体提效</a:t>
                      </a:r>
                      <a:r>
                        <a:rPr kumimoji="0" lang="en-US" altLang="zh-CN" sz="1200" b="0" i="0" u="none" strike="noStrike" kern="0" cap="none" spc="0" normalizeH="0" baseline="0" noProof="0" dirty="0">
                          <a:ln>
                            <a:noFill/>
                          </a:ln>
                          <a:solidFill>
                            <a:schemeClr val="tx1"/>
                          </a:solidFill>
                          <a:effectLst/>
                          <a:uLnTx/>
                          <a:uFillTx/>
                          <a:latin typeface="+mn-ea"/>
                          <a:ea typeface="+mn-ea"/>
                          <a:cs typeface="+mn-cs"/>
                        </a:rPr>
                        <a:t>80%</a:t>
                      </a:r>
                      <a:r>
                        <a:rPr kumimoji="0" lang="zh-CN" altLang="en-US" sz="1200" b="0" i="0" u="none" strike="noStrike" kern="0" cap="none" spc="0" normalizeH="0" baseline="0" noProof="0" dirty="0">
                          <a:ln>
                            <a:noFill/>
                          </a:ln>
                          <a:solidFill>
                            <a:schemeClr val="tx1"/>
                          </a:solidFill>
                          <a:effectLst/>
                          <a:uLnTx/>
                          <a:uFillTx/>
                          <a:latin typeface="+mn-ea"/>
                          <a:ea typeface="+mn-ea"/>
                          <a:cs typeface="+mn-cs"/>
                        </a:rPr>
                        <a:t>，探索做场景提效</a:t>
                      </a:r>
                      <a:r>
                        <a:rPr kumimoji="0" lang="en-US" altLang="zh-CN" sz="1200" b="0" i="0" u="none" strike="noStrike" kern="0" cap="none" spc="0" normalizeH="0" baseline="0" noProof="0" dirty="0">
                          <a:ln>
                            <a:noFill/>
                          </a:ln>
                          <a:solidFill>
                            <a:schemeClr val="tx1"/>
                          </a:solidFill>
                          <a:effectLst/>
                          <a:uLnTx/>
                          <a:uFillTx/>
                          <a:latin typeface="+mn-ea"/>
                          <a:ea typeface="+mn-ea"/>
                          <a:cs typeface="+mn-cs"/>
                        </a:rPr>
                        <a:t>20%</a:t>
                      </a:r>
                      <a:r>
                        <a:rPr kumimoji="0" lang="zh-CN" altLang="en-US" sz="1200" b="0" i="0" u="none" strike="noStrike" kern="0" cap="none" spc="0" normalizeH="0" baseline="0" noProof="0" dirty="0">
                          <a:ln>
                            <a:noFill/>
                          </a:ln>
                          <a:solidFill>
                            <a:schemeClr val="tx1"/>
                          </a:solidFill>
                          <a:effectLst/>
                          <a:uLnTx/>
                          <a:uFillTx/>
                          <a:latin typeface="+mn-ea"/>
                          <a:ea typeface="+mn-ea"/>
                          <a:cs typeface="+mn-cs"/>
                        </a:rPr>
                        <a:t>，综合提效达成</a:t>
                      </a:r>
                      <a:r>
                        <a:rPr kumimoji="0" lang="en-US" altLang="zh-CN" sz="1200" b="0" i="0" u="none" strike="noStrike" kern="0" cap="none" spc="0" normalizeH="0" baseline="0" noProof="0" dirty="0">
                          <a:ln>
                            <a:noFill/>
                          </a:ln>
                          <a:solidFill>
                            <a:schemeClr val="tx1"/>
                          </a:solidFill>
                          <a:effectLst/>
                          <a:uLnTx/>
                          <a:uFillTx/>
                          <a:latin typeface="+mn-ea"/>
                          <a:ea typeface="+mn-ea"/>
                          <a:cs typeface="+mn-cs"/>
                        </a:rPr>
                        <a:t>26%</a:t>
                      </a:r>
                    </a:p>
                  </a:txBody>
                  <a:tcPr>
                    <a:lnL>
                      <a:noFill/>
                    </a:lnL>
                    <a:lnR cap="flat">
                      <a:noFill/>
                    </a:lnR>
                    <a:lnT cap="flat">
                      <a:noFill/>
                    </a:lnT>
                    <a:lnB cap="flat">
                      <a:noFill/>
                    </a:lnB>
                    <a:lnTlToBr>
                      <a:noFill/>
                    </a:lnTlToBr>
                    <a:lnBlToTr>
                      <a:noFill/>
                    </a:lnBlToTr>
                    <a:solidFill>
                      <a:srgbClr val="F2F2F2">
                        <a:alpha val="100000"/>
                      </a:srgbClr>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828234251"/>
      </p:ext>
    </p:extLst>
  </p:cSld>
  <p:clrMapOvr>
    <a:masterClrMapping/>
  </p:clrMapOvr>
</p:sld>
</file>

<file path=ppt/theme/theme1.xml><?xml version="1.0" encoding="utf-8"?>
<a:theme xmlns:a="http://schemas.openxmlformats.org/drawingml/2006/main" name="封面页_图片版 ">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sz="3200"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PPT 模板" id="{9BBB633E-5E45-41C7-B61B-A7FDDADD335C}" vid="{F4E5724B-7154-473D-A508-2B054E8EE854}"/>
    </a:ext>
  </a:extLst>
</a:theme>
</file>

<file path=ppt/theme/theme2.xml><?xml version="1.0" encoding="utf-8"?>
<a:theme xmlns:a="http://schemas.openxmlformats.org/drawingml/2006/main" name="目录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sz="2200"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PPT 模板" id="{9BBB633E-5E45-41C7-B61B-A7FDDADD335C}" vid="{91E8AC51-71E2-47EB-A98B-31EFD4425DE1}"/>
    </a:ext>
  </a:extLst>
</a:theme>
</file>

<file path=ppt/theme/theme3.xml><?xml version="1.0" encoding="utf-8"?>
<a:theme xmlns:a="http://schemas.openxmlformats.org/drawingml/2006/main" name="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PPT 模板" id="{9BBB633E-5E45-41C7-B61B-A7FDDADD335C}" vid="{FC34AD67-7538-4717-9A73-50191031DBF3}"/>
    </a:ext>
  </a:extLst>
</a:theme>
</file>

<file path=ppt/theme/theme4.xml><?xml version="1.0" encoding="utf-8"?>
<a:theme xmlns:a="http://schemas.openxmlformats.org/drawingml/2006/main" name="结束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kumimoji="1" sz="3200"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PPT 模板" id="{9BBB633E-5E45-41C7-B61B-A7FDDADD335C}" vid="{CE9DE895-046C-40AC-AD8E-ED7DD660489B}"/>
    </a:ext>
  </a:extLst>
</a:theme>
</file>

<file path=ppt/theme/theme5.xml><?xml version="1.0" encoding="utf-8"?>
<a:theme xmlns:a="http://schemas.openxmlformats.org/drawingml/2006/main" name="13_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PPT 模板" id="{9BBB633E-5E45-41C7-B61B-A7FDDADD335C}" vid="{FC34AD67-7538-4717-9A73-50191031DBF3}"/>
    </a:ext>
  </a:extLst>
</a:theme>
</file>

<file path=ppt/theme/theme6.xml><?xml version="1.0" encoding="utf-8"?>
<a:theme xmlns:a="http://schemas.openxmlformats.org/drawingml/2006/main" name="1_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2_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PPT 模板" id="{9BBB633E-5E45-41C7-B61B-A7FDDADD335C}" vid="{FC34AD67-7538-4717-9A73-50191031DBF3}"/>
    </a:ext>
  </a:extLst>
</a:theme>
</file>

<file path=ppt/theme/theme8.xml><?xml version="1.0" encoding="utf-8"?>
<a:theme xmlns:a="http://schemas.openxmlformats.org/drawingml/2006/main" name="1_目录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sz="2200"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thm15="http://schemas.microsoft.com/office/thememl/2012/main" name="PPT 模板" id="{9BBB633E-5E45-41C7-B61B-A7FDDADD335C}" vid="{91E8AC51-71E2-47EB-A98B-31EFD4425DE1}"/>
    </a:ext>
  </a:extLst>
</a:theme>
</file>

<file path=ppt/theme/theme9.xml><?xml version="1.0" encoding="utf-8"?>
<a:theme xmlns:a="http://schemas.openxmlformats.org/drawingml/2006/main" name="28_Chart page">
  <a:themeElements>
    <a:clrScheme name="Custom 29">
      <a:dk1>
        <a:srgbClr val="1D1D1A"/>
      </a:dk1>
      <a:lt1>
        <a:srgbClr val="666666"/>
      </a:lt1>
      <a:dk2>
        <a:srgbClr val="FFFFFF"/>
      </a:dk2>
      <a:lt2>
        <a:srgbClr val="EBEBEB"/>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4q24mci5">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lnSpc>
            <a:spcPts val="3440"/>
          </a:lnSpc>
          <a:defRPr sz="3200" dirty="0" smtClean="0">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30200</TotalTime>
  <Words>1716</Words>
  <Application>Microsoft Office PowerPoint</Application>
  <PresentationFormat>自定义</PresentationFormat>
  <Paragraphs>200</Paragraphs>
  <Slides>2</Slides>
  <Notes>2</Notes>
  <HiddenSlides>0</HiddenSlides>
  <MMClips>0</MMClips>
  <ScaleCrop>false</ScaleCrop>
  <HeadingPairs>
    <vt:vector size="6" baseType="variant">
      <vt:variant>
        <vt:lpstr>已用的字体</vt:lpstr>
      </vt:variant>
      <vt:variant>
        <vt:i4>5</vt:i4>
      </vt:variant>
      <vt:variant>
        <vt:lpstr>主题</vt:lpstr>
      </vt:variant>
      <vt:variant>
        <vt:i4>9</vt:i4>
      </vt:variant>
      <vt:variant>
        <vt:lpstr>幻灯片标题</vt:lpstr>
      </vt:variant>
      <vt:variant>
        <vt:i4>2</vt:i4>
      </vt:variant>
    </vt:vector>
  </HeadingPairs>
  <TitlesOfParts>
    <vt:vector size="16" baseType="lpstr">
      <vt:lpstr>Huawei Sans</vt:lpstr>
      <vt:lpstr>微软雅黑</vt:lpstr>
      <vt:lpstr>微软雅黑</vt:lpstr>
      <vt:lpstr>Arial</vt:lpstr>
      <vt:lpstr>Calibri</vt:lpstr>
      <vt:lpstr>封面页_图片版 </vt:lpstr>
      <vt:lpstr>目录页</vt:lpstr>
      <vt:lpstr>章节页</vt:lpstr>
      <vt:lpstr>结束页</vt:lpstr>
      <vt:lpstr>13_章节页</vt:lpstr>
      <vt:lpstr>1_章节页</vt:lpstr>
      <vt:lpstr>2_章节页</vt:lpstr>
      <vt:lpstr>1_目录页</vt:lpstr>
      <vt:lpstr>28_Chart page</vt:lpstr>
      <vt:lpstr>PowerPoint 演示文稿</vt:lpstr>
      <vt:lpstr>PowerPoint 演示文稿</vt:lpstr>
    </vt:vector>
  </TitlesOfParts>
  <Company>Huawei Technologies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lantianxiang</dc:creator>
  <cp:lastModifiedBy>zhoufan (E)</cp:lastModifiedBy>
  <cp:revision>663</cp:revision>
  <dcterms:created xsi:type="dcterms:W3CDTF">2020-08-28T08:44:19Z</dcterms:created>
  <dcterms:modified xsi:type="dcterms:W3CDTF">2026-08-20T08:04:17Z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(3)jYYNeYqg9URZpIMFTCIdCeNVquPuEel+nDIRQAPIrqxIM5/g5oBljBFaM7g0G3UnNz5I+Lxl
3XzinOb8XrntK+5cii2s/5KHPjVzf2+eT3mkXei0qIqPydT3E9AVL+q4EyN8GFi16B7wafrk
4kKM5b+QlkGvEvrZjPSJu+gnMw7e5TCMMA4EFmF63Ml0dr3+nOPNvAa9KZcwTzlYVuij6jfG
g8y1IjQWMDwHw00j5e</vt:lpwstr>
  </property>
  <property fmtid="{D5CDD505-2E9C-101B-9397-08002B2CF9AE}" pid="3" name="_2015_ms_pID_7253431">
    <vt:lpwstr>H7ij+MfWkrtIywe4S+a0D9BcavELomSG2Ib18xpyvB9q0hdvxoTFcA
gBSOtSnelc6axUseSTlTOvrYN0dRtpTwq9jai4mvc90zFnFZ95NvYO9xJufYr9daOcrVzTqA
GLaIfnqxEKsMJa+WZsbxcLXVnwjEyMOlQVTIeSsuPg293uwzAsm52yuhwds5TG3iH8g9FsCF
fj4i37YlF4KE29z1CbP/AqQpgHM7wlZTKoEN</vt:lpwstr>
  </property>
  <property fmtid="{D5CDD505-2E9C-101B-9397-08002B2CF9AE}" pid="4" name="_2015_ms_pID_7253432">
    <vt:lpwstr>9g==</vt:lpwstr>
  </property>
  <property fmtid="{D5CDD505-2E9C-101B-9397-08002B2CF9AE}" pid="5" name="_readonly">
    <vt:lpwstr/>
  </property>
  <property fmtid="{D5CDD505-2E9C-101B-9397-08002B2CF9AE}" pid="6" name="_change">
    <vt:lpwstr/>
  </property>
  <property fmtid="{D5CDD505-2E9C-101B-9397-08002B2CF9AE}" pid="7" name="_full-control">
    <vt:lpwstr/>
  </property>
  <property fmtid="{D5CDD505-2E9C-101B-9397-08002B2CF9AE}" pid="8" name="sflag">
    <vt:lpwstr>1598576536</vt:lpwstr>
  </property>
</Properties>
</file>