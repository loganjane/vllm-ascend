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8.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8" r:id="rId1"/>
    <p:sldMasterId id="2147483797" r:id="rId2"/>
    <p:sldMasterId id="2147483816" r:id="rId3"/>
    <p:sldMasterId id="2147483683" r:id="rId4"/>
    <p:sldMasterId id="2147483896" r:id="rId5"/>
    <p:sldMasterId id="2147483899" r:id="rId6"/>
    <p:sldMasterId id="2147483904" r:id="rId7"/>
    <p:sldMasterId id="2147483906" r:id="rId8"/>
    <p:sldMasterId id="2147483911" r:id="rId9"/>
  </p:sldMasterIdLst>
  <p:notesMasterIdLst>
    <p:notesMasterId r:id="rId11"/>
  </p:notesMasterIdLst>
  <p:handoutMasterIdLst>
    <p:handoutMasterId r:id="rId12"/>
  </p:handoutMasterIdLst>
  <p:sldIdLst>
    <p:sldId id="2147483586" r:id="rId10"/>
  </p:sldIdLst>
  <p:sldSz cx="12196763" cy="6858000"/>
  <p:notesSz cx="6858000" cy="91440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章节页" id="{FD05EE94-C931-8C4B-83A2-004B32AA1207}">
          <p14:sldIdLst>
            <p14:sldId id="214748358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F0CB"/>
    <a:srgbClr val="DDEBD8"/>
    <a:srgbClr val="FDD7B6"/>
    <a:srgbClr val="F5DC57"/>
    <a:srgbClr val="F7B53E"/>
    <a:srgbClr val="E95B51"/>
    <a:srgbClr val="C00000"/>
    <a:srgbClr val="000000"/>
    <a:srgbClr val="E6F6D6"/>
    <a:srgbClr val="E2F0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81" autoAdjust="0"/>
    <p:restoredTop sz="94112" autoAdjust="0"/>
  </p:normalViewPr>
  <p:slideViewPr>
    <p:cSldViewPr snapToGrid="0" snapToObjects="1">
      <p:cViewPr varScale="1">
        <p:scale>
          <a:sx n="98" d="100"/>
          <a:sy n="98" d="100"/>
        </p:scale>
        <p:origin x="58" y="8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6" d="100"/>
          <a:sy n="96" d="100"/>
        </p:scale>
        <p:origin x="3104" y="1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Master" Target="slideMasters/slideMaster7.xml"/><Relationship Id="rId12"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theme" Target="theme/theme1.xml"/><Relationship Id="rId10" Type="http://schemas.openxmlformats.org/officeDocument/2006/relationships/slide" Target="slides/slid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CF71B8-DF2A-2E41-BE66-2E18A767DA8A}" type="datetimeFigureOut">
              <a:rPr lang="en-US" smtClean="0"/>
              <a:t>8/30/2026</a:t>
            </a:fld>
            <a:endParaRPr lang="en-US"/>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5F0CC5-85BE-A64A-BD47-54C66F7E93E3}" type="slidenum">
              <a:rPr lang="en-US" smtClean="0"/>
              <a:t>‹#›</a:t>
            </a:fld>
            <a:endParaRPr lang="en-US"/>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D60A27-BF12-6744-9E93-932A0E34D8BB}" type="datetimeFigureOut">
              <a:rPr lang="en-US" smtClean="0"/>
              <a:t>8/30/2026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7326F3-4732-B74B-9C70-D0992466E499}" type="slidenum">
              <a:rPr lang="en-US" smtClean="0"/>
              <a:t>‹#›</a:t>
            </a:fld>
            <a:endParaRPr lang="en-US"/>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0" algn="l" defTabSz="1219304" rtl="0" eaLnBrk="1" latinLnBrk="0" hangingPunct="1">
      <a:defRPr sz="1600" kern="1200">
        <a:solidFill>
          <a:schemeClr val="tx1"/>
        </a:solidFill>
        <a:latin typeface="+mn-lt"/>
        <a:ea typeface="+mn-ea"/>
        <a:cs typeface="+mn-cs"/>
      </a:defRPr>
    </a:lvl1pPr>
    <a:lvl2pPr marL="609651" algn="l" defTabSz="1219304" rtl="0" eaLnBrk="1" latinLnBrk="0" hangingPunct="1">
      <a:defRPr sz="1600" kern="1200">
        <a:solidFill>
          <a:schemeClr val="tx1"/>
        </a:solidFill>
        <a:latin typeface="+mn-lt"/>
        <a:ea typeface="+mn-ea"/>
        <a:cs typeface="+mn-cs"/>
      </a:defRPr>
    </a:lvl2pPr>
    <a:lvl3pPr marL="1219304" algn="l" defTabSz="1219304" rtl="0" eaLnBrk="1" latinLnBrk="0" hangingPunct="1">
      <a:defRPr sz="1600" kern="1200">
        <a:solidFill>
          <a:schemeClr val="tx1"/>
        </a:solidFill>
        <a:latin typeface="+mn-lt"/>
        <a:ea typeface="+mn-ea"/>
        <a:cs typeface="+mn-cs"/>
      </a:defRPr>
    </a:lvl3pPr>
    <a:lvl4pPr marL="1828957" algn="l" defTabSz="1219304" rtl="0" eaLnBrk="1" latinLnBrk="0" hangingPunct="1">
      <a:defRPr sz="1600" kern="1200">
        <a:solidFill>
          <a:schemeClr val="tx1"/>
        </a:solidFill>
        <a:latin typeface="+mn-lt"/>
        <a:ea typeface="+mn-ea"/>
        <a:cs typeface="+mn-cs"/>
      </a:defRPr>
    </a:lvl4pPr>
    <a:lvl5pPr marL="2438609" algn="l" defTabSz="1219304" rtl="0" eaLnBrk="1" latinLnBrk="0" hangingPunct="1">
      <a:defRPr sz="1600" kern="1200">
        <a:solidFill>
          <a:schemeClr val="tx1"/>
        </a:solidFill>
        <a:latin typeface="+mn-lt"/>
        <a:ea typeface="+mn-ea"/>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从模型、框架、算子三个层面拆解推理开发工作流，底下三个部分讲每一种活动（设计、开发、测试）在推理</a:t>
            </a:r>
            <a:r>
              <a:rPr lang="en-US" altLang="zh-CN" dirty="0"/>
              <a:t>+</a:t>
            </a:r>
            <a:r>
              <a:rPr lang="zh-CN" altLang="en-US" dirty="0"/>
              <a:t>开源软件的特征以及</a:t>
            </a:r>
            <a:r>
              <a:rPr lang="en-US" altLang="zh-CN" dirty="0"/>
              <a:t>AI</a:t>
            </a:r>
            <a:r>
              <a:rPr lang="zh-CN" altLang="en-US" dirty="0"/>
              <a:t>能够协作的内容？（测试讲开发者测试和社区用例看护以及</a:t>
            </a:r>
            <a:r>
              <a:rPr lang="en-US" altLang="zh-CN" dirty="0" err="1"/>
              <a:t>dfx</a:t>
            </a:r>
            <a:r>
              <a:rPr lang="zh-CN" altLang="en-US" dirty="0"/>
              <a:t>可维可测）</a:t>
            </a:r>
            <a:endParaRPr lang="en-US" altLang="zh-CN" dirty="0"/>
          </a:p>
          <a:p>
            <a:endParaRPr lang="en-US" altLang="zh-CN" dirty="0"/>
          </a:p>
          <a:p>
            <a:r>
              <a:rPr lang="zh-CN" altLang="en-US" dirty="0"/>
              <a:t>需不需要表现性能分析到重新设计的这种迭代的工作流</a:t>
            </a:r>
            <a:r>
              <a:rPr lang="en-US" altLang="zh-CN" dirty="0"/>
              <a:t>?</a:t>
            </a:r>
          </a:p>
          <a:p>
            <a:pPr marL="342900" indent="-342900">
              <a:buAutoNum type="arabicPeriod"/>
            </a:pPr>
            <a:r>
              <a:rPr lang="zh-CN" altLang="en-US" dirty="0"/>
              <a:t>推理系统复杂，方案设计需要多团队协作，当前以人为主</a:t>
            </a:r>
            <a:endParaRPr lang="en-US" altLang="zh-CN" dirty="0"/>
          </a:p>
          <a:p>
            <a:pPr marL="342900" indent="-342900">
              <a:buAutoNum type="arabicPeriod"/>
            </a:pPr>
            <a:r>
              <a:rPr lang="zh-CN" altLang="en-US" dirty="0"/>
              <a:t>开发部分</a:t>
            </a:r>
            <a:r>
              <a:rPr lang="en-US" altLang="zh-CN" dirty="0"/>
              <a:t>Agent+</a:t>
            </a:r>
            <a:r>
              <a:rPr lang="zh-CN" altLang="en-US" dirty="0"/>
              <a:t>人共同完成，简单特性</a:t>
            </a:r>
            <a:r>
              <a:rPr lang="en-US" altLang="zh-CN" dirty="0"/>
              <a:t>Agent</a:t>
            </a:r>
            <a:r>
              <a:rPr lang="zh-CN" altLang="en-US" dirty="0"/>
              <a:t>开发人审核，复杂特性人给方案</a:t>
            </a:r>
            <a:r>
              <a:rPr lang="en-US" altLang="zh-CN" dirty="0"/>
              <a:t>agent</a:t>
            </a:r>
            <a:r>
              <a:rPr lang="zh-CN" altLang="en-US" dirty="0"/>
              <a:t>开发</a:t>
            </a:r>
            <a:endParaRPr lang="en-US" altLang="zh-CN" dirty="0"/>
          </a:p>
          <a:p>
            <a:pPr marL="342900" indent="-342900">
              <a:buAutoNum type="arabicPeriod"/>
            </a:pPr>
            <a:r>
              <a:rPr lang="zh-CN" altLang="en-US" dirty="0"/>
              <a:t>测试</a:t>
            </a:r>
            <a:r>
              <a:rPr lang="en-US" altLang="zh-CN" dirty="0"/>
              <a:t>/</a:t>
            </a:r>
            <a:r>
              <a:rPr lang="zh-CN" altLang="en-US" dirty="0"/>
              <a:t>性能数据摸测</a:t>
            </a:r>
            <a:r>
              <a:rPr lang="en-US" altLang="zh-CN" dirty="0"/>
              <a:t>/</a:t>
            </a:r>
            <a:r>
              <a:rPr lang="en-US" altLang="zh-CN" dirty="0" err="1"/>
              <a:t>pr</a:t>
            </a:r>
            <a:r>
              <a:rPr lang="en-US" altLang="zh-CN" dirty="0"/>
              <a:t> review/</a:t>
            </a:r>
            <a:r>
              <a:rPr lang="zh-CN" altLang="en-US" dirty="0"/>
              <a:t>社区维护引入</a:t>
            </a:r>
            <a:r>
              <a:rPr lang="en-US" altLang="zh-CN" dirty="0"/>
              <a:t>Agent</a:t>
            </a:r>
          </a:p>
          <a:p>
            <a:pPr marL="342900" indent="-342900">
              <a:buAutoNum type="arabicPeriod"/>
            </a:pPr>
            <a:endParaRPr lang="en-US" altLang="zh-CN" dirty="0"/>
          </a:p>
          <a:p>
            <a:pPr marL="0" indent="0">
              <a:buNone/>
            </a:pPr>
            <a:r>
              <a:rPr lang="zh-CN" altLang="en-US" dirty="0"/>
              <a:t>为了高效实现</a:t>
            </a:r>
            <a:r>
              <a:rPr lang="en-US" altLang="zh-CN" dirty="0"/>
              <a:t>xxx</a:t>
            </a:r>
            <a:r>
              <a:rPr lang="zh-CN" altLang="en-US" dirty="0"/>
              <a:t>业务目标，通过</a:t>
            </a:r>
            <a:r>
              <a:rPr lang="en-US" altLang="zh-CN" dirty="0"/>
              <a:t>xxx</a:t>
            </a:r>
            <a:r>
              <a:rPr lang="zh-CN" altLang="en-US" dirty="0"/>
              <a:t>手段，达成</a:t>
            </a:r>
            <a:r>
              <a:rPr lang="en-US" altLang="zh-CN" dirty="0" err="1"/>
              <a:t>xxxx</a:t>
            </a:r>
            <a:endParaRPr lang="en-US" altLang="zh-CN" dirty="0"/>
          </a:p>
          <a:p>
            <a:pPr marL="0" indent="0">
              <a:buNone/>
            </a:pPr>
            <a:endParaRPr lang="en-US" altLang="zh-CN" dirty="0"/>
          </a:p>
          <a:p>
            <a:pPr marL="0" indent="0">
              <a:buNone/>
            </a:pPr>
            <a:r>
              <a:rPr lang="zh-CN" altLang="en-US" dirty="0"/>
              <a:t>发挥较好</a:t>
            </a:r>
            <a:endParaRPr lang="en-US" altLang="zh-CN" dirty="0"/>
          </a:p>
          <a:p>
            <a:pPr marL="0" indent="0">
              <a:buNone/>
            </a:pPr>
            <a:r>
              <a:rPr lang="zh-CN" altLang="en-US" dirty="0"/>
              <a:t>一定场景下</a:t>
            </a:r>
            <a:endParaRPr lang="en-US" altLang="zh-CN" dirty="0"/>
          </a:p>
          <a:p>
            <a:pPr marL="0" indent="0">
              <a:buNone/>
            </a:pPr>
            <a:r>
              <a:rPr lang="zh-CN" altLang="en-US" dirty="0"/>
              <a:t>短期不好突破</a:t>
            </a:r>
            <a:endParaRPr lang="en-US" altLang="zh-CN" dirty="0"/>
          </a:p>
          <a:p>
            <a:pPr marL="0" indent="0">
              <a:buNone/>
            </a:pPr>
            <a:endParaRPr lang="en-US" altLang="zh-CN" dirty="0"/>
          </a:p>
          <a:p>
            <a:pPr marL="0" indent="0">
              <a:buNone/>
            </a:pPr>
            <a:endParaRPr lang="en-US" altLang="zh-CN" dirty="0"/>
          </a:p>
          <a:p>
            <a:pPr marL="0" indent="0">
              <a:buNone/>
            </a:pPr>
            <a:r>
              <a:rPr lang="zh-CN" altLang="en-US" dirty="0"/>
              <a:t>已发挥</a:t>
            </a:r>
            <a:endParaRPr lang="en-US" altLang="zh-CN" dirty="0"/>
          </a:p>
          <a:p>
            <a:pPr marL="0" indent="0">
              <a:buNone/>
            </a:pPr>
            <a:r>
              <a:rPr lang="zh-CN" altLang="en-US" dirty="0"/>
              <a:t>受限发挥</a:t>
            </a:r>
            <a:endParaRPr lang="en-US" altLang="zh-CN" dirty="0"/>
          </a:p>
          <a:p>
            <a:pPr marL="0" indent="0">
              <a:buNone/>
            </a:pPr>
            <a:endParaRPr lang="en-US" altLang="zh-CN" dirty="0"/>
          </a:p>
          <a:p>
            <a:pPr marL="0" indent="0">
              <a:buNone/>
            </a:pPr>
            <a:r>
              <a:rPr lang="zh-CN" altLang="en-US" dirty="0"/>
              <a:t>总结：</a:t>
            </a:r>
            <a:endParaRPr lang="en-US" altLang="zh-CN" dirty="0"/>
          </a:p>
          <a:p>
            <a:pPr marL="0" indent="0">
              <a:buNone/>
            </a:pPr>
            <a:r>
              <a:rPr lang="zh-CN" altLang="en-US" dirty="0"/>
              <a:t>已使用</a:t>
            </a:r>
            <a:r>
              <a:rPr lang="en-US" altLang="zh-CN" dirty="0"/>
              <a:t>agent</a:t>
            </a:r>
            <a:r>
              <a:rPr lang="zh-CN" altLang="en-US" dirty="0"/>
              <a:t>对推理</a:t>
            </a:r>
            <a:r>
              <a:rPr lang="en-US" altLang="zh-CN" dirty="0"/>
              <a:t>xxx</a:t>
            </a:r>
            <a:r>
              <a:rPr lang="zh-CN" altLang="en-US" dirty="0"/>
              <a:t>环节进行分析，对</a:t>
            </a:r>
            <a:r>
              <a:rPr lang="en-US" altLang="zh-CN" dirty="0" err="1"/>
              <a:t>xxxx</a:t>
            </a:r>
            <a:r>
              <a:rPr lang="zh-CN" altLang="en-US" dirty="0"/>
              <a:t>流程进行了</a:t>
            </a:r>
            <a:endParaRPr lang="en-US" altLang="zh-CN" dirty="0"/>
          </a:p>
          <a:p>
            <a:pPr marL="0" indent="0">
              <a:buNone/>
            </a:pPr>
            <a:endParaRPr lang="en-US" altLang="zh-CN" dirty="0"/>
          </a:p>
          <a:p>
            <a:pPr marL="0" indent="0">
              <a:buNone/>
            </a:pPr>
            <a:endParaRPr lang="en-US" altLang="zh-CN" dirty="0"/>
          </a:p>
          <a:p>
            <a:pPr marL="0" indent="0">
              <a:buNone/>
            </a:pPr>
            <a:r>
              <a:rPr lang="zh-CN" altLang="en-US" dirty="0"/>
              <a:t>对硬件强相关</a:t>
            </a:r>
            <a:r>
              <a:rPr lang="en-US" altLang="zh-CN" dirty="0"/>
              <a:t>/</a:t>
            </a:r>
            <a:r>
              <a:rPr lang="zh-CN" altLang="en-US" dirty="0"/>
              <a:t>输入输出不明确</a:t>
            </a:r>
            <a:endParaRPr lang="en-US" altLang="zh-CN" dirty="0"/>
          </a:p>
          <a:p>
            <a:pPr marL="0" indent="0">
              <a:buNone/>
            </a:pPr>
            <a:endParaRPr lang="en-US" altLang="zh-CN" dirty="0"/>
          </a:p>
          <a:p>
            <a:pPr marL="0" indent="0">
              <a:buNone/>
            </a:pPr>
            <a:r>
              <a:rPr lang="zh-CN" altLang="en-US" dirty="0"/>
              <a:t>目标和进展各一句话</a:t>
            </a:r>
            <a:endParaRPr lang="en-US" altLang="zh-CN" dirty="0"/>
          </a:p>
          <a:p>
            <a:pPr marL="0" indent="0">
              <a:buNone/>
            </a:pPr>
            <a:r>
              <a:rPr lang="zh-CN" altLang="en-US" dirty="0"/>
              <a:t>目标：围绕推理典型作业流程，通过</a:t>
            </a:r>
            <a:r>
              <a:rPr lang="en-US" altLang="zh-CN" dirty="0"/>
              <a:t>agent</a:t>
            </a:r>
            <a:r>
              <a:rPr lang="zh-CN" altLang="en-US" dirty="0"/>
              <a:t>流程重塑流程和生产效率</a:t>
            </a:r>
            <a:endParaRPr lang="en-US" altLang="zh-CN" dirty="0"/>
          </a:p>
          <a:p>
            <a:pPr marL="0" indent="0">
              <a:buNone/>
            </a:pPr>
            <a:endParaRPr lang="en-US" altLang="zh-CN" dirty="0"/>
          </a:p>
          <a:p>
            <a:pPr marL="0" indent="0">
              <a:buNone/>
            </a:pPr>
            <a:r>
              <a:rPr lang="en-US" altLang="zh-CN" dirty="0"/>
              <a:t>Profiling</a:t>
            </a:r>
            <a:r>
              <a:rPr lang="zh-CN" altLang="en-US" dirty="0"/>
              <a:t>放设计</a:t>
            </a:r>
            <a:endParaRPr lang="en-US" altLang="zh-CN" dirty="0"/>
          </a:p>
          <a:p>
            <a:pPr marL="0" indent="0">
              <a:buNone/>
            </a:pPr>
            <a:endParaRPr lang="en-US" altLang="zh-CN" dirty="0"/>
          </a:p>
          <a:p>
            <a:pPr marL="0" indent="0">
              <a:buNone/>
            </a:pPr>
            <a:r>
              <a:rPr lang="zh-CN" altLang="en-US" dirty="0"/>
              <a:t>方案设计</a:t>
            </a:r>
            <a:r>
              <a:rPr lang="en-US" altLang="zh-CN" dirty="0"/>
              <a:t>-&gt;</a:t>
            </a:r>
            <a:r>
              <a:rPr lang="zh-CN" altLang="en-US" dirty="0"/>
              <a:t>模型量化</a:t>
            </a:r>
            <a:r>
              <a:rPr lang="en-US" altLang="zh-CN" dirty="0"/>
              <a:t>-&gt;</a:t>
            </a:r>
            <a:r>
              <a:rPr lang="zh-CN" altLang="en-US" dirty="0"/>
              <a:t>性能优化</a:t>
            </a:r>
            <a:r>
              <a:rPr lang="en-US" altLang="zh-CN" dirty="0"/>
              <a:t>-&gt;</a:t>
            </a:r>
            <a:r>
              <a:rPr lang="zh-CN" altLang="en-US" dirty="0"/>
              <a:t>精度对齐</a:t>
            </a:r>
            <a:r>
              <a:rPr lang="en-US" altLang="zh-CN" dirty="0"/>
              <a:t>-&gt;</a:t>
            </a:r>
            <a:r>
              <a:rPr lang="zh-CN" altLang="en-US" dirty="0"/>
              <a:t>推理测评</a:t>
            </a:r>
            <a:r>
              <a:rPr lang="en-US" altLang="zh-CN" dirty="0"/>
              <a:t>-&gt;</a:t>
            </a:r>
            <a:r>
              <a:rPr lang="zh-CN" altLang="en-US" dirty="0"/>
              <a:t>安装部署</a:t>
            </a:r>
            <a:r>
              <a:rPr lang="en-US" altLang="zh-CN" dirty="0"/>
              <a:t>-&gt;</a:t>
            </a:r>
            <a:r>
              <a:rPr lang="zh-CN" altLang="en-US" dirty="0"/>
              <a:t>代码上库</a:t>
            </a:r>
            <a:r>
              <a:rPr lang="en-US" altLang="zh-CN" dirty="0"/>
              <a:t>-&gt;</a:t>
            </a:r>
            <a:r>
              <a:rPr lang="zh-CN" altLang="en-US" dirty="0"/>
              <a:t>社区运营</a:t>
            </a:r>
            <a:endParaRPr lang="en-US" altLang="zh-CN" dirty="0"/>
          </a:p>
          <a:p>
            <a:pPr marL="0" indent="0">
              <a:buNone/>
            </a:pPr>
            <a:endParaRPr lang="en-US" altLang="zh-CN" dirty="0"/>
          </a:p>
          <a:p>
            <a:pPr marL="0" indent="0">
              <a:buNone/>
            </a:pPr>
            <a:r>
              <a:rPr lang="zh-CN" altLang="en-US" dirty="0"/>
              <a:t>精度对齐：必现有标杆</a:t>
            </a:r>
            <a:endParaRPr lang="en-US" altLang="zh-CN" dirty="0"/>
          </a:p>
          <a:p>
            <a:pPr marL="0" indent="0">
              <a:buNone/>
            </a:pPr>
            <a:endParaRPr lang="en-US" altLang="zh-CN" dirty="0"/>
          </a:p>
          <a:p>
            <a:pPr marL="0" indent="0">
              <a:buNone/>
            </a:pPr>
            <a:r>
              <a:rPr lang="zh-CN" altLang="en-US" dirty="0"/>
              <a:t>简单干脆的结论</a:t>
            </a:r>
            <a:endParaRPr lang="en-US" altLang="zh-CN" dirty="0"/>
          </a:p>
          <a:p>
            <a:pPr marL="0" indent="0">
              <a:buNone/>
            </a:pPr>
            <a:endParaRPr lang="en-US" altLang="zh-CN" dirty="0"/>
          </a:p>
          <a:p>
            <a:pPr marL="0" indent="0">
              <a:buNone/>
            </a:pPr>
            <a:r>
              <a:rPr lang="zh-CN" altLang="en-US" dirty="0"/>
              <a:t>能搞定能解决的写提效比例</a:t>
            </a:r>
            <a:endParaRPr lang="en-US" altLang="zh-CN" dirty="0"/>
          </a:p>
          <a:p>
            <a:pPr marL="0" indent="0">
              <a:buNone/>
            </a:pPr>
            <a:endParaRPr lang="en-US" altLang="zh-CN" dirty="0"/>
          </a:p>
          <a:p>
            <a:pPr marL="0" indent="0">
              <a:buNone/>
            </a:pPr>
            <a:r>
              <a:rPr lang="en-US" altLang="zh-CN" dirty="0"/>
              <a:t>Agent</a:t>
            </a:r>
            <a:r>
              <a:rPr lang="zh-CN" altLang="en-US" dirty="0"/>
              <a:t>调度极光的</a:t>
            </a:r>
            <a:r>
              <a:rPr lang="en-US" altLang="zh-CN" dirty="0"/>
              <a:t>-&gt;</a:t>
            </a:r>
            <a:r>
              <a:rPr lang="zh-CN" altLang="en-US" dirty="0"/>
              <a:t>极光提供</a:t>
            </a:r>
            <a:r>
              <a:rPr lang="en-US" altLang="zh-CN" dirty="0"/>
              <a:t>CLI</a:t>
            </a:r>
            <a:r>
              <a:rPr lang="zh-CN" altLang="en-US" dirty="0"/>
              <a:t>接口</a:t>
            </a:r>
            <a:endParaRPr lang="en-US" altLang="zh-CN" dirty="0"/>
          </a:p>
          <a:p>
            <a:pPr marL="0" indent="0">
              <a:buNone/>
            </a:pPr>
            <a:endParaRPr lang="en-US" altLang="zh-CN" dirty="0"/>
          </a:p>
          <a:p>
            <a:pPr marL="0" indent="0">
              <a:buNone/>
            </a:pPr>
            <a:r>
              <a:rPr lang="zh-CN" altLang="en-US" dirty="0"/>
              <a:t>中等经验能搞定才算搞定</a:t>
            </a:r>
            <a:endParaRPr lang="en-US" altLang="zh-CN" dirty="0"/>
          </a:p>
          <a:p>
            <a:pPr marL="0" indent="0">
              <a:buNone/>
            </a:pPr>
            <a:endParaRPr lang="en-US" altLang="zh-CN" dirty="0"/>
          </a:p>
          <a:p>
            <a:pPr marL="0" indent="0">
              <a:buNone/>
            </a:pPr>
            <a:r>
              <a:rPr lang="zh-CN" altLang="en-US" dirty="0"/>
              <a:t>不要写原则写实例化：新硬件</a:t>
            </a:r>
            <a:r>
              <a:rPr lang="en-US" altLang="zh-CN" dirty="0"/>
              <a:t>/</a:t>
            </a:r>
            <a:r>
              <a:rPr lang="zh-CN" altLang="en-US" dirty="0"/>
              <a:t>相关资料保密</a:t>
            </a:r>
            <a:r>
              <a:rPr lang="en-US" altLang="zh-CN" dirty="0"/>
              <a:t>/</a:t>
            </a:r>
            <a:r>
              <a:rPr lang="zh-CN" altLang="en-US" dirty="0"/>
              <a:t>单次模型结构变化，提供关键字</a:t>
            </a:r>
            <a:endParaRPr lang="en-US" altLang="zh-CN" dirty="0"/>
          </a:p>
          <a:p>
            <a:pPr marL="0" indent="0">
              <a:buNone/>
            </a:pPr>
            <a:endParaRPr lang="en-US" altLang="zh-CN" dirty="0"/>
          </a:p>
          <a:p>
            <a:pPr marL="0" indent="0">
              <a:buNone/>
            </a:pPr>
            <a:endParaRPr lang="en-US" altLang="zh-CN" dirty="0"/>
          </a:p>
          <a:p>
            <a:pPr marL="0" marR="0" lvl="0" indent="0" algn="l" defTabSz="1187450" rtl="0" eaLnBrk="1" fontAlgn="auto" latinLnBrk="0" hangingPunct="1">
              <a:lnSpc>
                <a:spcPct val="100000"/>
              </a:lnSpc>
              <a:spcBef>
                <a:spcPts val="0"/>
              </a:spcBef>
              <a:spcAft>
                <a:spcPts val="0"/>
              </a:spcAft>
              <a:buClrTx/>
              <a:buSzTx/>
              <a:buFontTx/>
              <a:buNone/>
              <a:tabLst/>
              <a:defRPr/>
            </a:pPr>
            <a:r>
              <a:rPr lang="zh-CN" altLang="en-US" dirty="0"/>
              <a:t>模型结构分析</a:t>
            </a:r>
            <a:r>
              <a:rPr lang="en-US" altLang="zh-CN" dirty="0"/>
              <a:t>-&gt;</a:t>
            </a:r>
            <a:r>
              <a:rPr lang="zh-CN" altLang="en-US" dirty="0"/>
              <a:t>优化特性设计和实现（量化压缩、框架特性、融合算子）</a:t>
            </a:r>
            <a:r>
              <a:rPr lang="en-US" altLang="zh-CN" dirty="0"/>
              <a:t>-&gt;</a:t>
            </a:r>
            <a:r>
              <a:rPr lang="zh-CN" altLang="en-US" dirty="0"/>
              <a:t>精度对齐</a:t>
            </a:r>
            <a:r>
              <a:rPr lang="en-US" altLang="zh-CN" dirty="0"/>
              <a:t>-&gt;</a:t>
            </a:r>
            <a:r>
              <a:rPr lang="zh-CN" altLang="en-US" dirty="0"/>
              <a:t>模型性能配置寻优</a:t>
            </a:r>
            <a:r>
              <a:rPr lang="en-US" altLang="zh-CN" dirty="0"/>
              <a:t>-&gt;</a:t>
            </a:r>
            <a:r>
              <a:rPr lang="zh-CN" altLang="en-US" dirty="0"/>
              <a:t>推理测评</a:t>
            </a:r>
            <a:r>
              <a:rPr lang="en-US" altLang="zh-CN" dirty="0"/>
              <a:t>-&gt;</a:t>
            </a:r>
            <a:r>
              <a:rPr lang="zh-CN" altLang="en-US" dirty="0"/>
              <a:t>安装部署</a:t>
            </a:r>
            <a:r>
              <a:rPr lang="en-US" altLang="zh-CN" dirty="0"/>
              <a:t>-&gt;</a:t>
            </a:r>
            <a:r>
              <a:rPr lang="zh-CN" altLang="en-US" dirty="0"/>
              <a:t>代码上库</a:t>
            </a:r>
            <a:r>
              <a:rPr lang="en-US" altLang="zh-CN" dirty="0"/>
              <a:t>-&gt;</a:t>
            </a:r>
            <a:r>
              <a:rPr lang="zh-CN" altLang="en-US" sz="1200" kern="1200" dirty="0">
                <a:solidFill>
                  <a:schemeClr val="tx1"/>
                </a:solidFill>
                <a:latin typeface="+mn-lt"/>
                <a:ea typeface="+mn-ea"/>
                <a:cs typeface="+mn-cs"/>
              </a:rPr>
              <a:t>社区运营</a:t>
            </a:r>
            <a:endParaRPr lang="en-US" altLang="zh-CN" sz="1200" kern="1200" dirty="0">
              <a:solidFill>
                <a:schemeClr val="tx1"/>
              </a:solidFill>
              <a:latin typeface="+mn-lt"/>
              <a:ea typeface="+mn-ea"/>
              <a:cs typeface="+mn-cs"/>
            </a:endParaRPr>
          </a:p>
          <a:p>
            <a:pPr marL="0" indent="0">
              <a:buNone/>
            </a:pPr>
            <a:endParaRPr lang="zh-CN" altLang="en-US" dirty="0"/>
          </a:p>
        </p:txBody>
      </p:sp>
      <p:sp>
        <p:nvSpPr>
          <p:cNvPr id="4" name="灯片编号占位符 3"/>
          <p:cNvSpPr>
            <a:spLocks noGrp="1"/>
          </p:cNvSpPr>
          <p:nvPr>
            <p:ph type="sldNum" sz="quarter" idx="5"/>
          </p:nvPr>
        </p:nvSpPr>
        <p:spPr/>
        <p:txBody>
          <a:bodyPr/>
          <a:lstStyle/>
          <a:p>
            <a:fld id="{F07326F3-4732-B74B-9C70-D0992466E499}" type="slidenum">
              <a:rPr lang="en-US" smtClean="0"/>
              <a:t>1</a:t>
            </a:fld>
            <a:endParaRPr lang="en-US"/>
          </a:p>
        </p:txBody>
      </p:sp>
    </p:spTree>
    <p:extLst>
      <p:ext uri="{BB962C8B-B14F-4D97-AF65-F5344CB8AC3E}">
        <p14:creationId xmlns:p14="http://schemas.microsoft.com/office/powerpoint/2010/main" val="30605088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Master" Target="../slideMasters/slideMaster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探索">
    <p:bg>
      <p:bgPr>
        <a:solidFill>
          <a:srgbClr val="FFFFFF"/>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2">
            <a:extLst>
              <a:ext uri="{28A0092B-C50C-407E-A947-70E740481C1C}">
                <a14:useLocalDpi xmlns:a14="http://schemas.microsoft.com/office/drawing/2010/main" val="0"/>
              </a:ext>
            </a:extLst>
          </a:blip>
          <a:srcRect b="18667"/>
          <a:stretch/>
        </p:blipFill>
        <p:spPr>
          <a:xfrm>
            <a:off x="0" y="0"/>
            <a:ext cx="12206140" cy="5594695"/>
          </a:xfrm>
          <a:prstGeom prst="rect">
            <a:avLst/>
          </a:prstGeom>
        </p:spPr>
      </p:pic>
      <p:sp>
        <p:nvSpPr>
          <p:cNvPr id="7" name="L 形 6"/>
          <p:cNvSpPr/>
          <p:nvPr userDrawn="1"/>
        </p:nvSpPr>
        <p:spPr>
          <a:xfrm rot="5400000">
            <a:off x="7853942" y="2130562"/>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10" name="Title 1">
            <a:extLst>
              <a:ext uri="{FF2B5EF4-FFF2-40B4-BE49-F238E27FC236}">
                <a16:creationId xmlns:a16="http://schemas.microsoft.com/office/drawing/2014/main" id="{8227DEE9-8BE9-0D49-BF96-9E83C5312E00}"/>
              </a:ext>
            </a:extLst>
          </p:cNvPr>
          <p:cNvSpPr>
            <a:spLocks noGrp="1"/>
          </p:cNvSpPr>
          <p:nvPr>
            <p:ph type="ctrTitle" hasCustomPrompt="1"/>
          </p:nvPr>
        </p:nvSpPr>
        <p:spPr>
          <a:xfrm>
            <a:off x="898996" y="907092"/>
            <a:ext cx="6559809" cy="690255"/>
          </a:xfrm>
          <a:prstGeom prst="rect">
            <a:avLst/>
          </a:prstGeom>
          <a:ln>
            <a:noFill/>
            <a:prstDash val="dash"/>
          </a:ln>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6" name="Text Placeholder 5">
            <a:extLst>
              <a:ext uri="{FF2B5EF4-FFF2-40B4-BE49-F238E27FC236}">
                <a16:creationId xmlns:a16="http://schemas.microsoft.com/office/drawing/2014/main" id="{2F43DA98-D48D-6947-95EF-BA3B05E68822}"/>
              </a:ext>
            </a:extLst>
          </p:cNvPr>
          <p:cNvSpPr>
            <a:spLocks noGrp="1"/>
          </p:cNvSpPr>
          <p:nvPr>
            <p:ph type="body" sz="quarter" idx="10" hasCustomPrompt="1"/>
          </p:nvPr>
        </p:nvSpPr>
        <p:spPr>
          <a:xfrm>
            <a:off x="929260" y="1949372"/>
            <a:ext cx="653584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9" name="Text Placeholder 5">
            <a:extLst>
              <a:ext uri="{FF2B5EF4-FFF2-40B4-BE49-F238E27FC236}">
                <a16:creationId xmlns:a16="http://schemas.microsoft.com/office/drawing/2014/main" id="{52F8733E-C4C9-8D4D-8DDA-CAB265AC05A0}"/>
              </a:ext>
            </a:extLst>
          </p:cNvPr>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p>
        </p:txBody>
      </p:sp>
    </p:spTree>
    <p:extLst>
      <p:ext uri="{BB962C8B-B14F-4D97-AF65-F5344CB8AC3E}">
        <p14:creationId xmlns:p14="http://schemas.microsoft.com/office/powerpoint/2010/main" val="165194953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智能">
    <p:bg>
      <p:bgPr>
        <a:solidFill>
          <a:srgbClr val="FFFFFF"/>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b="18604"/>
          <a:stretch/>
        </p:blipFill>
        <p:spPr>
          <a:xfrm>
            <a:off x="0" y="375"/>
            <a:ext cx="12197432" cy="5599236"/>
          </a:xfrm>
          <a:prstGeom prst="rect">
            <a:avLst/>
          </a:prstGeom>
        </p:spPr>
      </p:pic>
      <p:sp>
        <p:nvSpPr>
          <p:cNvPr id="8" name="Title 1">
            <a:extLst>
              <a:ext uri="{FF2B5EF4-FFF2-40B4-BE49-F238E27FC236}">
                <a16:creationId xmlns:a16="http://schemas.microsoft.com/office/drawing/2014/main" id="{62AA4863-E1EF-3342-A8CB-ECD4FD06CEB7}"/>
              </a:ext>
            </a:extLst>
          </p:cNvPr>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5" name="Text Placeholder 5">
            <a:extLst>
              <a:ext uri="{FF2B5EF4-FFF2-40B4-BE49-F238E27FC236}">
                <a16:creationId xmlns:a16="http://schemas.microsoft.com/office/drawing/2014/main" id="{195303EA-8491-464F-99A0-67F948701C12}"/>
              </a:ext>
            </a:extLst>
          </p:cNvPr>
          <p:cNvSpPr>
            <a:spLocks noGrp="1"/>
          </p:cNvSpPr>
          <p:nvPr>
            <p:ph type="body" sz="quarter" idx="10" hasCustomPrompt="1"/>
          </p:nvPr>
        </p:nvSpPr>
        <p:spPr>
          <a:xfrm>
            <a:off x="929260" y="1949372"/>
            <a:ext cx="412816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6" name="Text Placeholder 5">
            <a:extLst>
              <a:ext uri="{FF2B5EF4-FFF2-40B4-BE49-F238E27FC236}">
                <a16:creationId xmlns:a16="http://schemas.microsoft.com/office/drawing/2014/main" id="{56DBC59C-CE55-E340-A3AE-F88AAF0D7560}"/>
              </a:ext>
            </a:extLst>
          </p:cNvPr>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p>
        </p:txBody>
      </p:sp>
      <p:sp>
        <p:nvSpPr>
          <p:cNvPr id="14" name="L 形 17">
            <a:extLst>
              <a:ext uri="{FF2B5EF4-FFF2-40B4-BE49-F238E27FC236}">
                <a16:creationId xmlns:a16="http://schemas.microsoft.com/office/drawing/2014/main" id="{3049C48A-4CAE-8940-8A29-89DE0543DF4C}"/>
              </a:ext>
            </a:extLst>
          </p:cNvPr>
          <p:cNvSpPr/>
          <p:nvPr userDrawn="1"/>
        </p:nvSpPr>
        <p:spPr>
          <a:xfrm rot="5400000">
            <a:off x="5369529" y="2370740"/>
            <a:ext cx="744262" cy="762208"/>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Tree>
    <p:extLst>
      <p:ext uri="{BB962C8B-B14F-4D97-AF65-F5344CB8AC3E}">
        <p14:creationId xmlns:p14="http://schemas.microsoft.com/office/powerpoint/2010/main" val="351448738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创新">
    <p:bg>
      <p:bgPr>
        <a:solidFill>
          <a:srgbClr val="FFFFFF"/>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t="1" b="18476"/>
          <a:stretch/>
        </p:blipFill>
        <p:spPr>
          <a:xfrm>
            <a:off x="0" y="374"/>
            <a:ext cx="12197432" cy="5590529"/>
          </a:xfrm>
          <a:prstGeom prst="rect">
            <a:avLst/>
          </a:prstGeom>
        </p:spPr>
      </p:pic>
      <p:sp>
        <p:nvSpPr>
          <p:cNvPr id="9" name="L 形 8"/>
          <p:cNvSpPr/>
          <p:nvPr userDrawn="1"/>
        </p:nvSpPr>
        <p:spPr>
          <a:xfrm rot="5400000">
            <a:off x="5945516" y="2323519"/>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8" name="Title 1">
            <a:extLst>
              <a:ext uri="{FF2B5EF4-FFF2-40B4-BE49-F238E27FC236}">
                <a16:creationId xmlns:a16="http://schemas.microsoft.com/office/drawing/2014/main" id="{FB908F03-BBCC-164B-BE54-2E836D6E7C14}"/>
              </a:ext>
            </a:extLst>
          </p:cNvPr>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5" name="Text Placeholder 5">
            <a:extLst>
              <a:ext uri="{FF2B5EF4-FFF2-40B4-BE49-F238E27FC236}">
                <a16:creationId xmlns:a16="http://schemas.microsoft.com/office/drawing/2014/main" id="{A3BE9F9B-07D9-DD4C-9CEF-250804A4145A}"/>
              </a:ext>
            </a:extLst>
          </p:cNvPr>
          <p:cNvSpPr>
            <a:spLocks noGrp="1"/>
          </p:cNvSpPr>
          <p:nvPr>
            <p:ph type="body" sz="quarter" idx="10" hasCustomPrompt="1"/>
          </p:nvPr>
        </p:nvSpPr>
        <p:spPr>
          <a:xfrm>
            <a:off x="929260" y="1949372"/>
            <a:ext cx="653584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6" name="Text Placeholder 5">
            <a:extLst>
              <a:ext uri="{FF2B5EF4-FFF2-40B4-BE49-F238E27FC236}">
                <a16:creationId xmlns:a16="http://schemas.microsoft.com/office/drawing/2014/main" id="{93A299E5-0026-5A42-88AA-B3A7F29D3ABD}"/>
              </a:ext>
            </a:extLst>
          </p:cNvPr>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p>
        </p:txBody>
      </p:sp>
    </p:spTree>
    <p:extLst>
      <p:ext uri="{BB962C8B-B14F-4D97-AF65-F5344CB8AC3E}">
        <p14:creationId xmlns:p14="http://schemas.microsoft.com/office/powerpoint/2010/main" val="184266986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攀登">
    <p:bg>
      <p:bgPr>
        <a:solidFill>
          <a:srgbClr val="FFFFFF"/>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extLst>
              <a:ext uri="{28A0092B-C50C-407E-A947-70E740481C1C}">
                <a14:useLocalDpi xmlns:a14="http://schemas.microsoft.com/office/drawing/2010/main" val="0"/>
              </a:ext>
            </a:extLst>
          </a:blip>
          <a:srcRect b="17902"/>
          <a:stretch/>
        </p:blipFill>
        <p:spPr>
          <a:xfrm>
            <a:off x="0" y="-74021"/>
            <a:ext cx="12197432" cy="5668718"/>
          </a:xfrm>
          <a:prstGeom prst="rect">
            <a:avLst/>
          </a:prstGeom>
        </p:spPr>
      </p:pic>
      <p:sp>
        <p:nvSpPr>
          <p:cNvPr id="2"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8" name="L 形 7"/>
          <p:cNvSpPr/>
          <p:nvPr userDrawn="1"/>
        </p:nvSpPr>
        <p:spPr>
          <a:xfrm rot="5400000">
            <a:off x="7929967" y="165755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5" name="Text Placeholder 5">
            <a:extLst>
              <a:ext uri="{FF2B5EF4-FFF2-40B4-BE49-F238E27FC236}">
                <a16:creationId xmlns:a16="http://schemas.microsoft.com/office/drawing/2014/main" id="{6BB7B2F8-0AF7-D04F-81DD-52FDB6B7326C}"/>
              </a:ext>
            </a:extLst>
          </p:cNvPr>
          <p:cNvSpPr>
            <a:spLocks noGrp="1"/>
          </p:cNvSpPr>
          <p:nvPr>
            <p:ph type="body" sz="quarter" idx="10" hasCustomPrompt="1"/>
          </p:nvPr>
        </p:nvSpPr>
        <p:spPr>
          <a:xfrm>
            <a:off x="929260" y="1949372"/>
            <a:ext cx="653584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6" name="Text Placeholder 5">
            <a:extLst>
              <a:ext uri="{FF2B5EF4-FFF2-40B4-BE49-F238E27FC236}">
                <a16:creationId xmlns:a16="http://schemas.microsoft.com/office/drawing/2014/main" id="{462D1BCC-0781-514D-8FE8-12F4AF64BC39}"/>
              </a:ext>
            </a:extLst>
          </p:cNvPr>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p>
        </p:txBody>
      </p:sp>
    </p:spTree>
    <p:extLst>
      <p:ext uri="{BB962C8B-B14F-4D97-AF65-F5344CB8AC3E}">
        <p14:creationId xmlns:p14="http://schemas.microsoft.com/office/powerpoint/2010/main" val="537370765"/>
      </p:ext>
    </p:extLst>
  </p:cSld>
  <p:clrMapOvr>
    <a:masterClrMapping/>
  </p:clrMapOvr>
  <p:extLst>
    <p:ext uri="{DCECCB84-F9BA-43D5-87BE-67443E8EF086}">
      <p15:sldGuideLst xmlns:p15="http://schemas.microsoft.com/office/powerpoint/2012/main">
        <p15:guide id="1" orient="horz" pos="341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结束页">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960DD1-8AC3-8F46-9D2D-BF81187F43FC}"/>
              </a:ext>
            </a:extLst>
          </p:cNvPr>
          <p:cNvSpPr txBox="1"/>
          <p:nvPr userDrawn="1"/>
        </p:nvSpPr>
        <p:spPr>
          <a:xfrm>
            <a:off x="607486" y="1402064"/>
            <a:ext cx="3921034" cy="854717"/>
          </a:xfrm>
          <a:prstGeom prst="rect">
            <a:avLst/>
          </a:prstGeom>
          <a:noFill/>
        </p:spPr>
        <p:txBody>
          <a:bodyPr wrap="square" rtlCol="0">
            <a:spAutoFit/>
          </a:bodyPr>
          <a:lstStyle/>
          <a:p>
            <a:pPr algn="l"/>
            <a:r>
              <a:rPr lang="en-US" sz="4800" dirty="0">
                <a:solidFill>
                  <a:schemeClr val="tx1"/>
                </a:solidFill>
              </a:rPr>
              <a:t>Thank you.</a:t>
            </a:r>
          </a:p>
        </p:txBody>
      </p:sp>
    </p:spTree>
    <p:extLst>
      <p:ext uri="{BB962C8B-B14F-4D97-AF65-F5344CB8AC3E}">
        <p14:creationId xmlns:p14="http://schemas.microsoft.com/office/powerpoint/2010/main" val="3664786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17527" y="133876"/>
            <a:ext cx="11183407" cy="427257"/>
          </a:xfrm>
          <a:prstGeom prst="rect">
            <a:avLst/>
          </a:prstGeom>
        </p:spPr>
        <p:txBody>
          <a:bodyPr>
            <a:noAutofit/>
          </a:bodyPr>
          <a:lstStyle>
            <a:lvl1pPr marL="0" indent="0" algn="l" defTabSz="1188085" eaLnBrk="1" hangingPunct="1">
              <a:spcBef>
                <a:spcPts val="0"/>
              </a:spcBef>
              <a:buFont typeface="Arial" panose="020B0604020202020204" pitchFamily="34" charset="0"/>
              <a:buNone/>
              <a:defRPr lang="en-US" altLang="zh-CN" sz="2399" b="1">
                <a:solidFill>
                  <a:srgbClr val="C00000"/>
                </a:solidFill>
                <a:latin typeface="微软雅黑" panose="020B0503020204020204" pitchFamily="34" charset="-122"/>
                <a:ea typeface="微软雅黑" panose="020B0503020204020204" pitchFamily="34" charset="-122"/>
              </a:defRPr>
            </a:lvl1pPr>
          </a:lstStyle>
          <a:p>
            <a:pPr defTabSz="1188085" eaLnBrk="1" hangingPunct="1">
              <a:spcBef>
                <a:spcPts val="0"/>
              </a:spcBef>
              <a:buFont typeface="Arial" panose="020B0604020202020204" pitchFamily="34" charset="0"/>
              <a:buNone/>
              <a:defRPr/>
            </a:pPr>
            <a:endParaRPr lang="en-US" altLang="zh-CN" sz="2799" b="1" dirty="0">
              <a:solidFill>
                <a:srgbClr val="990000"/>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699394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探索">
    <p:bg>
      <p:bgPr>
        <a:solidFill>
          <a:srgbClr val="FFFFFF"/>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2">
            <a:extLst>
              <a:ext uri="{28A0092B-C50C-407E-A947-70E740481C1C}">
                <a14:useLocalDpi xmlns:a14="http://schemas.microsoft.com/office/drawing/2010/main" val="0"/>
              </a:ext>
            </a:extLst>
          </a:blip>
          <a:srcRect b="18667"/>
          <a:stretch>
            <a:fillRect/>
          </a:stretch>
        </p:blipFill>
        <p:spPr>
          <a:xfrm>
            <a:off x="0" y="0"/>
            <a:ext cx="12206140" cy="5594695"/>
          </a:xfrm>
          <a:prstGeom prst="rect">
            <a:avLst/>
          </a:prstGeom>
        </p:spPr>
      </p:pic>
      <p:sp>
        <p:nvSpPr>
          <p:cNvPr id="7" name="L 形 6"/>
          <p:cNvSpPr/>
          <p:nvPr userDrawn="1"/>
        </p:nvSpPr>
        <p:spPr>
          <a:xfrm rot="5400000">
            <a:off x="7853942" y="2130562"/>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10" name="Title 1"/>
          <p:cNvSpPr>
            <a:spLocks noGrp="1"/>
          </p:cNvSpPr>
          <p:nvPr>
            <p:ph type="ctrTitle" hasCustomPrompt="1"/>
          </p:nvPr>
        </p:nvSpPr>
        <p:spPr>
          <a:xfrm>
            <a:off x="898996" y="907092"/>
            <a:ext cx="6559809" cy="690255"/>
          </a:xfrm>
          <a:prstGeom prst="rect">
            <a:avLst/>
          </a:prstGeom>
          <a:ln>
            <a:noFill/>
            <a:prstDash val="dash"/>
          </a:ln>
        </p:spPr>
        <p:txBody>
          <a:bodyPr lIns="0" tIns="0" rIns="0" bIns="0" anchor="t">
            <a:normAutofit/>
          </a:bodyPr>
          <a:lstStyle>
            <a:lvl1pPr algn="l">
              <a:defRPr sz="3200" b="0" i="0">
                <a:solidFill>
                  <a:schemeClr val="tx1"/>
                </a:solidFill>
                <a:latin typeface="微软雅黑" panose="020B0503020204020204" pitchFamily="34" charset="-122"/>
                <a:ea typeface="微软雅黑" panose="020B0503020204020204" pitchFamily="34" charset="-122"/>
              </a:defRPr>
            </a:lvl1pPr>
          </a:lstStyle>
          <a:p>
            <a:r>
              <a:rPr lang="zh-CN" altLang="en-US" dirty="0"/>
              <a:t>单击此处添加标题</a:t>
            </a:r>
            <a:endParaRPr lang="en-US" dirty="0"/>
          </a:p>
        </p:txBody>
      </p:sp>
      <p:sp>
        <p:nvSpPr>
          <p:cNvPr id="6" name="Text Placeholder 5"/>
          <p:cNvSpPr>
            <a:spLocks noGrp="1"/>
          </p:cNvSpPr>
          <p:nvPr>
            <p:ph type="body" sz="quarter" idx="10" hasCustomPrompt="1"/>
          </p:nvPr>
        </p:nvSpPr>
        <p:spPr>
          <a:xfrm>
            <a:off x="929260" y="1949372"/>
            <a:ext cx="653584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9" name="Text Placeholder 5"/>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p>
        </p:txBody>
      </p:sp>
    </p:spTree>
    <p:extLst>
      <p:ext uri="{BB962C8B-B14F-4D97-AF65-F5344CB8AC3E}">
        <p14:creationId xmlns:p14="http://schemas.microsoft.com/office/powerpoint/2010/main" val="3098407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目录页">
    <p:bg>
      <p:bgPr>
        <a:solidFill>
          <a:srgbClr val="EBEBEB"/>
        </a:solid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1033620" y="1843088"/>
            <a:ext cx="10122060" cy="3013725"/>
          </a:xfrm>
          <a:prstGeom prst="rect">
            <a:avLst/>
          </a:prstGeom>
        </p:spPr>
        <p:txBody>
          <a:bodyPr tIns="90000" bIns="90000"/>
          <a:lstStyle>
            <a:lvl1pPr marL="412750" indent="-398780">
              <a:lnSpc>
                <a:spcPct val="70000"/>
              </a:lnSpc>
              <a:buFont typeface="+mj-lt"/>
              <a:buAutoNum type="arabicPeriod"/>
              <a:defRPr sz="2200">
                <a:solidFill>
                  <a:schemeClr val="tx1"/>
                </a:solidFill>
                <a:latin typeface="微软雅黑" panose="020B0503020204020204" pitchFamily="34" charset="-122"/>
                <a:ea typeface="微软雅黑" panose="020B0503020204020204" pitchFamily="34" charset="-122"/>
              </a:defRPr>
            </a:lvl1pPr>
            <a:lvl2pPr marL="412750" indent="-398780">
              <a:buFont typeface="+mj-lt"/>
              <a:buAutoNum type="arabicPeriod"/>
              <a:defRPr/>
            </a:lvl2pPr>
            <a:lvl3pPr marL="13970" indent="0">
              <a:buFont typeface="+mj-lt"/>
              <a:buNone/>
              <a:defRPr sz="2200">
                <a:latin typeface="微软雅黑" panose="020B0503020204020204" pitchFamily="34" charset="-122"/>
                <a:ea typeface="微软雅黑" panose="020B0503020204020204" pitchFamily="34" charset="-122"/>
              </a:defRPr>
            </a:lvl3pPr>
            <a:lvl4pPr marL="13970" indent="0">
              <a:buFont typeface="+mj-lt"/>
              <a:buNone/>
              <a:defRPr sz="2200">
                <a:latin typeface="微软雅黑" panose="020B0503020204020204" pitchFamily="34" charset="-122"/>
                <a:ea typeface="微软雅黑" panose="020B0503020204020204" pitchFamily="34" charset="-122"/>
              </a:defRPr>
            </a:lvl4pPr>
            <a:lvl5pPr marL="13970" indent="0">
              <a:buFont typeface="+mj-lt"/>
              <a:buNone/>
              <a:defRPr sz="2200">
                <a:latin typeface="微软雅黑" panose="020B0503020204020204" pitchFamily="34" charset="-122"/>
                <a:ea typeface="微软雅黑" panose="020B0503020204020204" pitchFamily="34" charset="-122"/>
              </a:defRPr>
            </a:lvl5pPr>
          </a:lstStyle>
          <a:p>
            <a:pPr lvl="0"/>
            <a:r>
              <a:rPr lang="zh-CN" altLang="en-US" dirty="0"/>
              <a:t>单击此处添加文本</a:t>
            </a:r>
            <a:endParaRPr lang="en-US" altLang="zh-CN" dirty="0"/>
          </a:p>
        </p:txBody>
      </p:sp>
      <p:cxnSp>
        <p:nvCxnSpPr>
          <p:cNvPr id="3"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4" name="文本框 16"/>
          <p:cNvSpPr txBox="1"/>
          <p:nvPr userDrawn="1"/>
        </p:nvSpPr>
        <p:spPr>
          <a:xfrm>
            <a:off x="918916" y="630373"/>
            <a:ext cx="1147485" cy="653509"/>
          </a:xfrm>
          <a:prstGeom prst="rect">
            <a:avLst/>
          </a:prstGeom>
          <a:noFill/>
        </p:spPr>
        <p:txBody>
          <a:bodyPr wrap="none" rtlCol="0">
            <a:spAutoFit/>
          </a:bodyPr>
          <a:lstStyle/>
          <a:p>
            <a:r>
              <a:rPr kumimoji="1" lang="zh-CN" altLang="en-US" sz="3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目录</a:t>
            </a:r>
          </a:p>
        </p:txBody>
      </p:sp>
    </p:spTree>
    <p:extLst>
      <p:ext uri="{BB962C8B-B14F-4D97-AF65-F5344CB8AC3E}">
        <p14:creationId xmlns:p14="http://schemas.microsoft.com/office/powerpoint/2010/main" val="2592478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目录页">
    <p:bg>
      <p:bgPr>
        <a:solidFill>
          <a:srgbClr val="EBEBEB"/>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0F7C7B5-0135-F749-B910-7325E96AE705}"/>
              </a:ext>
            </a:extLst>
          </p:cNvPr>
          <p:cNvSpPr>
            <a:spLocks noGrp="1"/>
          </p:cNvSpPr>
          <p:nvPr>
            <p:ph type="body" sz="quarter" idx="10" hasCustomPrompt="1"/>
          </p:nvPr>
        </p:nvSpPr>
        <p:spPr>
          <a:xfrm>
            <a:off x="1033620" y="1843088"/>
            <a:ext cx="10122060" cy="3013725"/>
          </a:xfrm>
          <a:prstGeom prst="rect">
            <a:avLst/>
          </a:prstGeom>
        </p:spPr>
        <p:txBody>
          <a:bodyPr tIns="90000" bIns="90000"/>
          <a:lstStyle>
            <a:lvl1pPr marL="412750" indent="-398463">
              <a:lnSpc>
                <a:spcPct val="70000"/>
              </a:lnSpc>
              <a:buFont typeface="+mj-lt"/>
              <a:buAutoNum type="arabicPeriod"/>
              <a:tabLst/>
              <a:defRPr sz="2200">
                <a:solidFill>
                  <a:schemeClr val="tx1"/>
                </a:solidFill>
                <a:latin typeface="Microsoft YaHei" panose="020B0503020204020204" pitchFamily="34" charset="-122"/>
                <a:ea typeface="Microsoft YaHei" panose="020B0503020204020204" pitchFamily="34" charset="-122"/>
              </a:defRPr>
            </a:lvl1pPr>
            <a:lvl2pPr marL="412750" indent="-398463">
              <a:buFont typeface="+mj-lt"/>
              <a:buAutoNum type="arabicPeriod"/>
              <a:tabLst/>
              <a:defRPr/>
            </a:lvl2pPr>
            <a:lvl3pPr marL="14287" indent="0">
              <a:buFont typeface="+mj-lt"/>
              <a:buNone/>
              <a:tabLst/>
              <a:defRPr sz="2200">
                <a:latin typeface="Microsoft YaHei" panose="020B0503020204020204" pitchFamily="34" charset="-122"/>
                <a:ea typeface="Microsoft YaHei" panose="020B0503020204020204" pitchFamily="34" charset="-122"/>
              </a:defRPr>
            </a:lvl3pPr>
            <a:lvl4pPr marL="14287" indent="0">
              <a:buFont typeface="+mj-lt"/>
              <a:buNone/>
              <a:tabLst/>
              <a:defRPr sz="2200">
                <a:latin typeface="Microsoft YaHei" panose="020B0503020204020204" pitchFamily="34" charset="-122"/>
                <a:ea typeface="Microsoft YaHei" panose="020B0503020204020204" pitchFamily="34" charset="-122"/>
              </a:defRPr>
            </a:lvl4pPr>
            <a:lvl5pPr marL="14287" indent="0">
              <a:buFont typeface="+mj-lt"/>
              <a:buNone/>
              <a:tabLst/>
              <a:defRPr sz="2200">
                <a:latin typeface="Microsoft YaHei" panose="020B0503020204020204" pitchFamily="34" charset="-122"/>
                <a:ea typeface="Microsoft YaHei" panose="020B0503020204020204" pitchFamily="34" charset="-122"/>
              </a:defRPr>
            </a:lvl5pPr>
          </a:lstStyle>
          <a:p>
            <a:pPr lvl="0"/>
            <a:r>
              <a:rPr lang="zh-CN" altLang="en-US" dirty="0"/>
              <a:t>单击此处添加文本</a:t>
            </a:r>
            <a:endParaRPr lang="en-US" altLang="zh-CN" dirty="0"/>
          </a:p>
        </p:txBody>
      </p:sp>
      <p:cxnSp>
        <p:nvCxnSpPr>
          <p:cNvPr id="3"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4" name="文本框 16">
            <a:extLst>
              <a:ext uri="{FF2B5EF4-FFF2-40B4-BE49-F238E27FC236}">
                <a16:creationId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p>
            <a:r>
              <a:rPr kumimoji="1" lang="zh-CN" altLang="en-US" sz="3600" dirty="0">
                <a:solidFill>
                  <a:schemeClr val="tx1"/>
                </a:solidFill>
                <a:latin typeface="Microsoft YaHei" charset="-122"/>
                <a:ea typeface="Microsoft YaHei" charset="-122"/>
                <a:cs typeface="Microsoft YaHei" charset="-122"/>
              </a:rPr>
              <a:t>目录</a:t>
            </a:r>
          </a:p>
        </p:txBody>
      </p:sp>
    </p:spTree>
    <p:extLst>
      <p:ext uri="{BB962C8B-B14F-4D97-AF65-F5344CB8AC3E}">
        <p14:creationId xmlns:p14="http://schemas.microsoft.com/office/powerpoint/2010/main" val="643383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EEB2F1A-1770-4FC3-941D-2DA4C5CBAA46}" type="datetimeFigureOut">
              <a:rPr lang="zh-CN" altLang="en-US" smtClean="0"/>
              <a:t>2026/8/30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985F3E6-8EF5-447C-B899-EB8459BB7DE5}" type="slidenum">
              <a:rPr lang="zh-CN" altLang="en-US" smtClean="0"/>
              <a:t>‹#›</a:t>
            </a:fld>
            <a:endParaRPr lang="zh-CN" altLang="en-US"/>
          </a:p>
        </p:txBody>
      </p:sp>
    </p:spTree>
    <p:extLst>
      <p:ext uri="{BB962C8B-B14F-4D97-AF65-F5344CB8AC3E}">
        <p14:creationId xmlns:p14="http://schemas.microsoft.com/office/powerpoint/2010/main" val="462376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C06A5-0A80-47A9-A46A-4BE6916AE277}"/>
              </a:ext>
            </a:extLst>
          </p:cNvPr>
          <p:cNvSpPr>
            <a:spLocks noGrp="1"/>
          </p:cNvSpPr>
          <p:nvPr>
            <p:ph type="ctrTitle"/>
          </p:nvPr>
        </p:nvSpPr>
        <p:spPr>
          <a:xfrm>
            <a:off x="1524596" y="1122363"/>
            <a:ext cx="9147572"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63EE7DA-5004-4816-A232-F7DB33A63936}"/>
              </a:ext>
            </a:extLst>
          </p:cNvPr>
          <p:cNvSpPr>
            <a:spLocks noGrp="1"/>
          </p:cNvSpPr>
          <p:nvPr>
            <p:ph type="subTitle" idx="1"/>
          </p:nvPr>
        </p:nvSpPr>
        <p:spPr>
          <a:xfrm>
            <a:off x="1524596" y="3602038"/>
            <a:ext cx="914757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8A9DC34-434C-4D03-93F4-3286C7F2990B}"/>
              </a:ext>
            </a:extLst>
          </p:cNvPr>
          <p:cNvSpPr>
            <a:spLocks noGrp="1"/>
          </p:cNvSpPr>
          <p:nvPr>
            <p:ph type="dt" sz="half" idx="10"/>
          </p:nvPr>
        </p:nvSpPr>
        <p:spPr/>
        <p:txBody>
          <a:bodyPr/>
          <a:lstStyle/>
          <a:p>
            <a:fld id="{61BDE1D8-B35D-4C33-A46A-61DA9D90AF63}" type="datetimeFigureOut">
              <a:rPr lang="zh-CN" altLang="en-US" smtClean="0"/>
              <a:t>2026/8/30</a:t>
            </a:fld>
            <a:endParaRPr lang="zh-CN" altLang="en-US"/>
          </a:p>
        </p:txBody>
      </p:sp>
      <p:sp>
        <p:nvSpPr>
          <p:cNvPr id="5" name="页脚占位符 4">
            <a:extLst>
              <a:ext uri="{FF2B5EF4-FFF2-40B4-BE49-F238E27FC236}">
                <a16:creationId xmlns:a16="http://schemas.microsoft.com/office/drawing/2014/main" id="{FB2B1955-FA9C-47BE-9FC7-FFB9BAEAE2F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43C230A-5495-4414-930F-ABFB29F89CD6}"/>
              </a:ext>
            </a:extLst>
          </p:cNvPr>
          <p:cNvSpPr>
            <a:spLocks noGrp="1"/>
          </p:cNvSpPr>
          <p:nvPr>
            <p:ph type="sldNum" sz="quarter" idx="12"/>
          </p:nvPr>
        </p:nvSpPr>
        <p:spPr/>
        <p:txBody>
          <a:bodyPr/>
          <a:lstStyle/>
          <a:p>
            <a:fld id="{89347C70-35C3-44F0-A974-5CDD63DAB5E9}" type="slidenum">
              <a:rPr lang="zh-CN" altLang="en-US" smtClean="0"/>
              <a:t>‹#›</a:t>
            </a:fld>
            <a:endParaRPr lang="zh-CN" altLang="en-US"/>
          </a:p>
        </p:txBody>
      </p:sp>
    </p:spTree>
    <p:extLst>
      <p:ext uri="{BB962C8B-B14F-4D97-AF65-F5344CB8AC3E}">
        <p14:creationId xmlns:p14="http://schemas.microsoft.com/office/powerpoint/2010/main" val="16761807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81304" y="336814"/>
            <a:ext cx="10458983" cy="759668"/>
          </a:xfrm>
          <a:prstGeom prst="rect">
            <a:avLst/>
          </a:prstGeom>
          <a:noFill/>
          <a:ln w="9525" algn="ctr">
            <a:noFill/>
            <a:miter lim="800000"/>
          </a:ln>
          <a:effectLst/>
        </p:spPr>
        <p:txBody>
          <a:bodyPr vert="horz" wrap="square" lIns="91429" tIns="45714" rIns="91429" bIns="45714" numCol="1" anchor="ctr" anchorCtr="0" compatLnSpc="1"/>
          <a:lstStyle>
            <a:lvl1pPr marL="0" indent="0">
              <a:buFont typeface="Arial" panose="020B0604020202020204" pitchFamily="34" charset="0"/>
              <a:buNone/>
              <a:defRPr lang="zh-CN" altLang="en-US" sz="3995" b="0" dirty="0">
                <a:solidFill>
                  <a:srgbClr val="CC0000"/>
                </a:solidFill>
                <a:latin typeface="FrutigerNext LT Regular" pitchFamily="34" charset="0"/>
                <a:ea typeface="黑体" pitchFamily="49" charset="-122"/>
              </a:defRPr>
            </a:lvl1pPr>
          </a:lstStyle>
          <a:p>
            <a:pPr lvl="0"/>
            <a:r>
              <a:rPr lang="en-US" altLang="zh-CN" dirty="0"/>
              <a:t>HEADLINE TEXT TO BE PLACED</a:t>
            </a:r>
            <a:endParaRPr lang="zh-CN" altLang="en-US" dirty="0"/>
          </a:p>
        </p:txBody>
      </p:sp>
    </p:spTree>
    <p:extLst>
      <p:ext uri="{BB962C8B-B14F-4D97-AF65-F5344CB8AC3E}">
        <p14:creationId xmlns:p14="http://schemas.microsoft.com/office/powerpoint/2010/main" val="18328796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6166058"/>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54884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7428928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9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8868" y="451416"/>
            <a:ext cx="11328233" cy="745784"/>
          </a:xfrm>
          <a:prstGeom prst="rect">
            <a:avLst/>
          </a:prstGeom>
        </p:spPr>
        <p:txBody>
          <a:bodyPr lIns="121876" tIns="60940" rIns="121876" bIns="60940"/>
          <a:lstStyle>
            <a:lvl1pPr>
              <a:defRPr sz="3200">
                <a:solidFill>
                  <a:srgbClr val="C00000"/>
                </a:solidFill>
                <a:latin typeface="微软雅黑" panose="020B0503020204020204" pitchFamily="34" charset="-122"/>
                <a:ea typeface="微软雅黑" panose="020B0503020204020204" pitchFamily="34" charset="-122"/>
              </a:defRPr>
            </a:lvl1pPr>
          </a:lstStyle>
          <a:p>
            <a:r>
              <a:rPr lang="en-US" dirty="0"/>
              <a:t>Click to edit Master title style</a:t>
            </a:r>
          </a:p>
        </p:txBody>
      </p:sp>
      <p:sp>
        <p:nvSpPr>
          <p:cNvPr id="3" name="Content Placeholder 3"/>
          <p:cNvSpPr>
            <a:spLocks noGrp="1"/>
          </p:cNvSpPr>
          <p:nvPr>
            <p:ph sz="quarter" idx="10"/>
          </p:nvPr>
        </p:nvSpPr>
        <p:spPr>
          <a:xfrm>
            <a:off x="461509" y="1416916"/>
            <a:ext cx="11273764" cy="4680110"/>
          </a:xfrm>
          <a:prstGeom prst="rect">
            <a:avLst/>
          </a:prstGeom>
        </p:spPr>
        <p:txBody>
          <a:bodyPr lIns="121876" tIns="60940" rIns="121876" bIns="6094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893605"/>
      </p:ext>
    </p:extLst>
  </p:cSld>
  <p:clrMapOvr>
    <a:masterClrMapping/>
  </p:clrMapOvr>
  <p:transition advClick="0" advTm="8000">
    <p:fade thruBlk="1"/>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870291" y="430222"/>
            <a:ext cx="10331250" cy="871537"/>
          </a:xfrm>
          <a:prstGeom prst="rect">
            <a:avLst/>
          </a:prstGeom>
        </p:spPr>
        <p:txBody>
          <a:bodyPr/>
          <a:lstStyle/>
          <a:p>
            <a:r>
              <a:rPr lang="zh-CN" altLang="en-US"/>
              <a:t>单击此处编辑母版标题样式</a:t>
            </a:r>
          </a:p>
        </p:txBody>
      </p:sp>
      <p:sp>
        <p:nvSpPr>
          <p:cNvPr id="3" name="Rectangle 10"/>
          <p:cNvSpPr>
            <a:spLocks noGrp="1" noChangeArrowheads="1"/>
          </p:cNvSpPr>
          <p:nvPr>
            <p:ph type="dt" sz="half" idx="10"/>
          </p:nvPr>
        </p:nvSpPr>
        <p:spPr>
          <a:xfrm>
            <a:off x="8484817" y="6489701"/>
            <a:ext cx="2797208" cy="455614"/>
          </a:xfrm>
          <a:prstGeom prst="rect">
            <a:avLst/>
          </a:prstGeom>
        </p:spPr>
        <p:txBody>
          <a:bodyPr/>
          <a:lstStyle>
            <a:lvl1pPr>
              <a:defRPr/>
            </a:lvl1pPr>
          </a:lstStyle>
          <a:p>
            <a:pPr>
              <a:defRPr/>
            </a:pPr>
            <a:r>
              <a:rPr lang="de-DE" altLang="zh-CN">
                <a:solidFill>
                  <a:srgbClr val="000000"/>
                </a:solidFill>
              </a:rPr>
              <a:t>Page </a:t>
            </a:r>
            <a:fld id="{F14C8185-BAC9-468B-856F-FA0BD0ABD9CA}" type="slidenum">
              <a:rPr lang="de-DE" altLang="zh-CN">
                <a:solidFill>
                  <a:srgbClr val="000000"/>
                </a:solidFill>
              </a:rPr>
              <a:t>‹#›</a:t>
            </a:fld>
            <a:endParaRPr lang="en-GB" altLang="zh-CN">
              <a:solidFill>
                <a:srgbClr val="000000"/>
              </a:solidFill>
            </a:endParaRPr>
          </a:p>
        </p:txBody>
      </p:sp>
    </p:spTree>
    <p:extLst>
      <p:ext uri="{BB962C8B-B14F-4D97-AF65-F5344CB8AC3E}">
        <p14:creationId xmlns:p14="http://schemas.microsoft.com/office/powerpoint/2010/main" val="18853058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5" name="内容占位符 2"/>
          <p:cNvSpPr>
            <a:spLocks noGrp="1"/>
          </p:cNvSpPr>
          <p:nvPr>
            <p:ph idx="1"/>
          </p:nvPr>
        </p:nvSpPr>
        <p:spPr>
          <a:xfrm>
            <a:off x="431543" y="1124747"/>
            <a:ext cx="11333685" cy="508856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3"/>
          <p:cNvSpPr>
            <a:spLocks noGrp="1" noChangeArrowheads="1"/>
          </p:cNvSpPr>
          <p:nvPr>
            <p:ph type="title"/>
          </p:nvPr>
        </p:nvSpPr>
        <p:spPr bwMode="auto">
          <a:xfrm>
            <a:off x="431543" y="7"/>
            <a:ext cx="11333685" cy="740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0" rIns="80121" bIns="40060" numCol="1" anchor="ctr" anchorCtr="0" compatLnSpc="1"/>
          <a:lstStyle/>
          <a:p>
            <a:pPr lvl="0"/>
            <a:r>
              <a:rPr lang="zh-CN" altLang="en-US" dirty="0"/>
              <a:t>单击此处编辑母版标题样式</a:t>
            </a:r>
          </a:p>
        </p:txBody>
      </p:sp>
    </p:spTree>
    <p:extLst>
      <p:ext uri="{BB962C8B-B14F-4D97-AF65-F5344CB8AC3E}">
        <p14:creationId xmlns:p14="http://schemas.microsoft.com/office/powerpoint/2010/main" val="67438180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Blank with Title - Green">
    <p:spTree>
      <p:nvGrpSpPr>
        <p:cNvPr id="1" name=""/>
        <p:cNvGrpSpPr/>
        <p:nvPr/>
      </p:nvGrpSpPr>
      <p:grpSpPr>
        <a:xfrm>
          <a:off x="0" y="0"/>
          <a:ext cx="0" cy="0"/>
          <a:chOff x="0" y="0"/>
          <a:chExt cx="0" cy="0"/>
        </a:xfrm>
      </p:grpSpPr>
      <p:sp>
        <p:nvSpPr>
          <p:cNvPr id="120" name="Title Text"/>
          <p:cNvSpPr txBox="1">
            <a:spLocks noGrp="1"/>
          </p:cNvSpPr>
          <p:nvPr>
            <p:ph type="title" hasCustomPrompt="1"/>
          </p:nvPr>
        </p:nvSpPr>
        <p:spPr>
          <a:xfrm>
            <a:off x="609839" y="275167"/>
            <a:ext cx="10977087" cy="1143000"/>
          </a:xfrm>
          <a:prstGeom prst="rect">
            <a:avLst/>
          </a:prstGeom>
        </p:spPr>
        <p:txBody>
          <a:bodyPr/>
          <a:lstStyle/>
          <a:p>
            <a:r>
              <a:t>Title Text</a:t>
            </a:r>
          </a:p>
        </p:txBody>
      </p:sp>
      <p:sp>
        <p:nvSpPr>
          <p:cNvPr id="121" name="Slide Number"/>
          <p:cNvSpPr txBox="1">
            <a:spLocks noGrp="1"/>
          </p:cNvSpPr>
          <p:nvPr>
            <p:ph type="sldNum" sz="quarter" idx="2"/>
          </p:nvPr>
        </p:nvSpPr>
        <p:spPr>
          <a:xfrm>
            <a:off x="8741013" y="6356352"/>
            <a:ext cx="2845912" cy="366182"/>
          </a:xfrm>
          <a:prstGeom prst="rect">
            <a:avLst/>
          </a:prstGeom>
        </p:spPr>
        <p:txBody>
          <a:bodyPr/>
          <a:lstStyle/>
          <a:p>
            <a:fld id="{86CB4B4D-7CA3-9044-876B-883B54F8677D}" type="slidenum">
              <a:rPr>
                <a:solidFill>
                  <a:srgbClr val="1D1D1A"/>
                </a:solidFill>
              </a:rPr>
              <a:t>‹#›</a:t>
            </a:fld>
            <a:endParaRPr>
              <a:solidFill>
                <a:srgbClr val="1D1D1A"/>
              </a:solidFill>
            </a:endParaRPr>
          </a:p>
        </p:txBody>
      </p:sp>
    </p:spTree>
    <p:extLst>
      <p:ext uri="{BB962C8B-B14F-4D97-AF65-F5344CB8AC3E}">
        <p14:creationId xmlns:p14="http://schemas.microsoft.com/office/powerpoint/2010/main" val="3538327652"/>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3_节标题">
    <p:bg>
      <p:bgPr>
        <a:gradFill flip="none" rotWithShape="1">
          <a:gsLst>
            <a:gs pos="0">
              <a:srgbClr val="F4F4F4"/>
            </a:gs>
            <a:gs pos="35000">
              <a:srgbClr val="D4D4D4"/>
            </a:gs>
            <a:gs pos="100000">
              <a:srgbClr val="BABBBB"/>
            </a:gs>
          </a:gsLst>
          <a:lin ang="2700000" scaled="1"/>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50910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Contents page">
    <p:bg>
      <p:bgPr>
        <a:solidFill>
          <a:srgbClr val="EBEBEB"/>
        </a:solidFill>
        <a:effectLst/>
      </p:bgPr>
    </p:bg>
    <p:spTree>
      <p:nvGrpSpPr>
        <p:cNvPr id="1" name=""/>
        <p:cNvGrpSpPr/>
        <p:nvPr/>
      </p:nvGrpSpPr>
      <p:grpSpPr>
        <a:xfrm>
          <a:off x="0" y="0"/>
          <a:ext cx="0" cy="0"/>
          <a:chOff x="0" y="0"/>
          <a:chExt cx="0" cy="0"/>
        </a:xfrm>
      </p:grpSpPr>
      <p:sp>
        <p:nvSpPr>
          <p:cNvPr id="2" name="矩形 1"/>
          <p:cNvSpPr/>
          <p:nvPr userDrawn="1"/>
        </p:nvSpPr>
        <p:spPr>
          <a:xfrm>
            <a:off x="-3731" y="-88900"/>
            <a:ext cx="12196763" cy="69469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Text Placeholder 7"/>
          <p:cNvSpPr>
            <a:spLocks noGrp="1"/>
          </p:cNvSpPr>
          <p:nvPr>
            <p:ph type="body" sz="quarter" idx="10" hasCustomPrompt="1"/>
          </p:nvPr>
        </p:nvSpPr>
        <p:spPr>
          <a:xfrm>
            <a:off x="1033620" y="1843090"/>
            <a:ext cx="10122060" cy="3013725"/>
          </a:xfrm>
          <a:prstGeom prst="rect">
            <a:avLst/>
          </a:prstGeom>
        </p:spPr>
        <p:txBody>
          <a:bodyPr tIns="90000" bIns="90000"/>
          <a:lstStyle>
            <a:lvl1pPr marL="412750" indent="-398145">
              <a:lnSpc>
                <a:spcPct val="70000"/>
              </a:lnSpc>
              <a:buFont typeface="+mj-lt"/>
              <a:buAutoNum type="arabicPeriod"/>
              <a:defRPr sz="2200">
                <a:solidFill>
                  <a:schemeClr val="tx1"/>
                </a:solidFill>
                <a:latin typeface="微软雅黑" panose="020B0503020204020204" pitchFamily="34" charset="-122"/>
                <a:ea typeface="微软雅黑" panose="020B0503020204020204" pitchFamily="34" charset="-122"/>
              </a:defRPr>
            </a:lvl1pPr>
            <a:lvl2pPr marL="412750" indent="-398145">
              <a:buFont typeface="+mj-lt"/>
              <a:buAutoNum type="arabicPeriod"/>
              <a:defRPr/>
            </a:lvl2pPr>
            <a:lvl3pPr marL="13970" indent="0">
              <a:buFont typeface="+mj-lt"/>
              <a:buNone/>
              <a:defRPr sz="2200">
                <a:latin typeface="微软雅黑" panose="020B0503020204020204" pitchFamily="34" charset="-122"/>
                <a:ea typeface="微软雅黑" panose="020B0503020204020204" pitchFamily="34" charset="-122"/>
              </a:defRPr>
            </a:lvl3pPr>
            <a:lvl4pPr marL="13970" indent="0">
              <a:buFont typeface="+mj-lt"/>
              <a:buNone/>
              <a:defRPr sz="2200">
                <a:latin typeface="微软雅黑" panose="020B0503020204020204" pitchFamily="34" charset="-122"/>
                <a:ea typeface="微软雅黑" panose="020B0503020204020204" pitchFamily="34" charset="-122"/>
              </a:defRPr>
            </a:lvl4pPr>
            <a:lvl5pPr marL="13970" indent="0">
              <a:buFont typeface="+mj-lt"/>
              <a:buNone/>
              <a:defRPr sz="2200">
                <a:latin typeface="微软雅黑" panose="020B0503020204020204" pitchFamily="34" charset="-122"/>
                <a:ea typeface="微软雅黑" panose="020B0503020204020204" pitchFamily="34" charset="-122"/>
              </a:defRPr>
            </a:lvl5pPr>
          </a:lstStyle>
          <a:p>
            <a:pPr lvl="0"/>
            <a:r>
              <a:rPr lang="zh-CN" altLang="en-US" dirty="0"/>
              <a:t>单击此处添加文本</a:t>
            </a:r>
            <a:endParaRPr lang="en-US" altLang="zh-CN" dirty="0"/>
          </a:p>
        </p:txBody>
      </p:sp>
      <p:cxnSp>
        <p:nvCxnSpPr>
          <p:cNvPr id="3" name="直线连接符 14"/>
          <p:cNvCxnSpPr/>
          <p:nvPr userDrawn="1"/>
        </p:nvCxnSpPr>
        <p:spPr>
          <a:xfrm flipH="1">
            <a:off x="1029919"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4" name="文本框 16"/>
          <p:cNvSpPr txBox="1"/>
          <p:nvPr userDrawn="1"/>
        </p:nvSpPr>
        <p:spPr>
          <a:xfrm>
            <a:off x="918917" y="630375"/>
            <a:ext cx="1147485" cy="653509"/>
          </a:xfrm>
          <a:prstGeom prst="rect">
            <a:avLst/>
          </a:prstGeom>
          <a:noFill/>
        </p:spPr>
        <p:txBody>
          <a:bodyPr wrap="none" rtlCol="0">
            <a:spAutoFit/>
          </a:bodyPr>
          <a:lstStyle/>
          <a:p>
            <a:r>
              <a:rPr kumimoji="1" lang="zh-CN" altLang="en-US" sz="3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目录</a:t>
            </a:r>
          </a:p>
        </p:txBody>
      </p:sp>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95999" y="6321130"/>
            <a:ext cx="1269075" cy="277546"/>
          </a:xfrm>
          <a:prstGeom prst="rect">
            <a:avLst/>
          </a:prstGeom>
        </p:spPr>
      </p:pic>
    </p:spTree>
    <p:extLst>
      <p:ext uri="{BB962C8B-B14F-4D97-AF65-F5344CB8AC3E}">
        <p14:creationId xmlns:p14="http://schemas.microsoft.com/office/powerpoint/2010/main" val="13102751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微软雅黑" panose="020B0503020204020204" pitchFamily="34" charset="-122"/>
                <a:ea typeface="微软雅黑" panose="020B0503020204020204" pitchFamily="34" charset="-122"/>
              </a:defRPr>
            </a:lvl1pPr>
            <a:lvl2pPr marL="593725" indent="0" algn="ctr">
              <a:buNone/>
              <a:defRPr sz="2595"/>
            </a:lvl2pPr>
            <a:lvl3pPr marL="1187450" indent="0" algn="ctr">
              <a:buNone/>
              <a:defRPr sz="2335"/>
            </a:lvl3pPr>
            <a:lvl4pPr marL="1781175" indent="0" algn="ctr">
              <a:buNone/>
              <a:defRPr sz="2080"/>
            </a:lvl4pPr>
            <a:lvl5pPr marL="2374900" indent="0" algn="ctr">
              <a:buNone/>
              <a:defRPr sz="2080"/>
            </a:lvl5pPr>
            <a:lvl6pPr marL="2968625" indent="0" algn="ctr">
              <a:buNone/>
              <a:defRPr sz="2080"/>
            </a:lvl6pPr>
            <a:lvl7pPr marL="3561715" indent="0" algn="ctr">
              <a:buNone/>
              <a:defRPr sz="2080"/>
            </a:lvl7pPr>
            <a:lvl8pPr marL="4155440" indent="0" algn="ctr">
              <a:buNone/>
              <a:defRPr sz="2080"/>
            </a:lvl8pPr>
            <a:lvl9pPr marL="4749165" indent="0" algn="ctr">
              <a:buNone/>
              <a:defRPr sz="2080"/>
            </a:lvl9pPr>
          </a:lstStyle>
          <a:p>
            <a:r>
              <a:rPr lang="zh-CN" altLang="en-US" dirty="0"/>
              <a:t>单击此处添加标题</a:t>
            </a:r>
            <a:endParaRPr lang="en-US" dirty="0"/>
          </a:p>
        </p:txBody>
      </p:sp>
      <p:sp>
        <p:nvSpPr>
          <p:cNvPr id="7" name="Content Placeholder 2"/>
          <p:cNvSpPr>
            <a:spLocks noGrp="1"/>
          </p:cNvSpPr>
          <p:nvPr>
            <p:ph idx="10" hasCustomPrompt="1"/>
          </p:nvPr>
        </p:nvSpPr>
        <p:spPr>
          <a:xfrm>
            <a:off x="736909" y="1501989"/>
            <a:ext cx="10733557" cy="4690459"/>
          </a:xfrm>
          <a:prstGeom prst="rect">
            <a:avLst/>
          </a:prstGeom>
        </p:spPr>
        <p:txBody>
          <a:bodyPr lIns="0" tIns="0" rIns="0" bIns="0"/>
          <a:lstStyle>
            <a:lvl1pPr marL="12065" indent="0">
              <a:lnSpc>
                <a:spcPct val="100000"/>
              </a:lnSpc>
              <a:spcBef>
                <a:spcPts val="0"/>
              </a:spcBef>
              <a:buFontTx/>
              <a:buNone/>
              <a:tabLst>
                <a:tab pos="1207770" algn="ctr"/>
              </a:tabLst>
              <a:defRPr sz="1800" baseline="0">
                <a:solidFill>
                  <a:schemeClr val="tx1"/>
                </a:solidFill>
                <a:latin typeface="微软雅黑" panose="020B0503020204020204" pitchFamily="34" charset="-122"/>
                <a:ea typeface="微软雅黑" panose="020B0503020204020204" pitchFamily="34" charset="-122"/>
                <a:cs typeface="Arial" panose="020B0604020202020204" pitchFamily="34" charset="0"/>
              </a:defRPr>
            </a:lvl1pPr>
            <a:lvl2pPr marL="525780" indent="-170815">
              <a:buFont typeface="Arial" panose="020B0604020202020204" pitchFamily="34" charset="0"/>
              <a:buChar char="•"/>
              <a:tabLst>
                <a:tab pos="1207770" algn="ctr"/>
              </a:tabLst>
              <a:defRPr sz="1300" baseline="0"/>
            </a:lvl2pPr>
            <a:lvl3pPr marL="525780" indent="-170815">
              <a:buFont typeface="Arial" panose="020B0604020202020204" pitchFamily="34" charset="0"/>
              <a:buChar char="•"/>
              <a:tabLst>
                <a:tab pos="1207770" algn="ctr"/>
              </a:tabLst>
              <a:defRPr sz="1300" baseline="0"/>
            </a:lvl3pPr>
            <a:lvl4pPr marL="525780" indent="-170815">
              <a:buFont typeface="Arial" panose="020B0604020202020204" pitchFamily="34" charset="0"/>
              <a:buChar char="•"/>
              <a:tabLst>
                <a:tab pos="1207770" algn="ctr"/>
              </a:tabLst>
              <a:defRPr sz="1300" baseline="0"/>
            </a:lvl4pPr>
            <a:lvl5pPr marL="525780" indent="-170815">
              <a:buFont typeface="Arial" panose="020B0604020202020204" pitchFamily="34" charset="0"/>
              <a:buChar char="•"/>
              <a:tabLst>
                <a:tab pos="1207770" algn="ctr"/>
              </a:tabLst>
              <a:defRPr sz="1300" baseline="0"/>
            </a:lvl5pPr>
          </a:lstStyle>
          <a:p>
            <a:pPr lvl="0"/>
            <a:r>
              <a:rPr lang="zh-CN" altLang="en-US" dirty="0"/>
              <a:t>单击此处添加文本</a:t>
            </a:r>
            <a:endParaRPr lang="en-US" dirty="0"/>
          </a:p>
        </p:txBody>
      </p:sp>
    </p:spTree>
    <p:extLst>
      <p:ext uri="{BB962C8B-B14F-4D97-AF65-F5344CB8AC3E}">
        <p14:creationId xmlns:p14="http://schemas.microsoft.com/office/powerpoint/2010/main" val="32760517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31857" y="44442"/>
            <a:ext cx="10756714" cy="782457"/>
          </a:xfrm>
        </p:spPr>
        <p:txBody>
          <a:bodyPr/>
          <a:lstStyle/>
          <a:p>
            <a:r>
              <a:rPr lang="zh-CN" altLang="en-US"/>
              <a:t>单击此处编辑母版标题样式</a:t>
            </a:r>
          </a:p>
        </p:txBody>
      </p:sp>
      <p:sp>
        <p:nvSpPr>
          <p:cNvPr id="3" name="内容占位符 2"/>
          <p:cNvSpPr>
            <a:spLocks noGrp="1"/>
          </p:cNvSpPr>
          <p:nvPr>
            <p:ph idx="1"/>
          </p:nvPr>
        </p:nvSpPr>
        <p:spPr>
          <a:xfrm>
            <a:off x="527120" y="1052269"/>
            <a:ext cx="10756714" cy="452491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xfrm>
            <a:off x="4658334" y="6256478"/>
            <a:ext cx="1628987" cy="601524"/>
          </a:xfrm>
        </p:spPr>
        <p:txBody>
          <a:bodyPr/>
          <a:lstStyle>
            <a:lvl1pPr>
              <a:defRPr/>
            </a:lvl1pPr>
          </a:lstStyle>
          <a:p>
            <a:pPr>
              <a:defRPr/>
            </a:pPr>
            <a:endParaRPr lang="de-DE" altLang="zh-CN"/>
          </a:p>
          <a:p>
            <a:pPr>
              <a:defRPr/>
            </a:pPr>
            <a:r>
              <a:rPr lang="de-DE" altLang="zh-CN"/>
              <a:t>Page </a:t>
            </a:r>
            <a:fld id="{0B0105D5-78A0-497E-9252-4C05897F765A}" type="slidenum">
              <a:rPr lang="de-DE" altLang="zh-CN"/>
              <a:t>‹#›</a:t>
            </a:fld>
            <a:endParaRPr lang="en-GB" altLang="zh-CN"/>
          </a:p>
        </p:txBody>
      </p:sp>
    </p:spTree>
    <p:extLst>
      <p:ext uri="{BB962C8B-B14F-4D97-AF65-F5344CB8AC3E}">
        <p14:creationId xmlns:p14="http://schemas.microsoft.com/office/powerpoint/2010/main" val="38191898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2" name="标题 1"/>
          <p:cNvSpPr>
            <a:spLocks noGrp="1"/>
          </p:cNvSpPr>
          <p:nvPr>
            <p:ph type="title"/>
          </p:nvPr>
        </p:nvSpPr>
        <p:spPr>
          <a:xfrm>
            <a:off x="431873" y="44444"/>
            <a:ext cx="10756995" cy="782457"/>
          </a:xfrm>
        </p:spPr>
        <p:txBody>
          <a:bodyPr/>
          <a:lstStyle>
            <a:lvl1pPr>
              <a:defRPr sz="2795">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28368871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597" y="1122363"/>
            <a:ext cx="9147572" cy="2387600"/>
          </a:xfrm>
        </p:spPr>
        <p:txBody>
          <a:bodyPr anchor="b"/>
          <a:lstStyle>
            <a:lvl1pPr algn="ctr">
              <a:defRPr sz="5980"/>
            </a:lvl1pPr>
          </a:lstStyle>
          <a:p>
            <a:r>
              <a:rPr lang="zh-CN" altLang="en-US"/>
              <a:t>单击此处编辑母版标题样式</a:t>
            </a:r>
          </a:p>
        </p:txBody>
      </p:sp>
      <p:sp>
        <p:nvSpPr>
          <p:cNvPr id="3" name="副标题 2"/>
          <p:cNvSpPr>
            <a:spLocks noGrp="1"/>
          </p:cNvSpPr>
          <p:nvPr>
            <p:ph type="subTitle" idx="1"/>
          </p:nvPr>
        </p:nvSpPr>
        <p:spPr>
          <a:xfrm>
            <a:off x="1524597" y="3602038"/>
            <a:ext cx="9147572" cy="1655762"/>
          </a:xfrm>
        </p:spPr>
        <p:txBody>
          <a:bodyPr/>
          <a:lstStyle>
            <a:lvl1pPr marL="0" indent="0" algn="ctr">
              <a:buNone/>
              <a:defRPr sz="2395"/>
            </a:lvl1pPr>
            <a:lvl2pPr marL="455930" indent="0" algn="ctr">
              <a:buNone/>
              <a:defRPr sz="1995"/>
            </a:lvl2pPr>
            <a:lvl3pPr marL="911860" indent="0" algn="ctr">
              <a:buNone/>
              <a:defRPr sz="1795"/>
            </a:lvl3pPr>
            <a:lvl4pPr marL="1367790" indent="0" algn="ctr">
              <a:buNone/>
              <a:defRPr sz="1595"/>
            </a:lvl4pPr>
            <a:lvl5pPr marL="1823720" indent="0" algn="ctr">
              <a:buNone/>
              <a:defRPr sz="1595"/>
            </a:lvl5pPr>
            <a:lvl6pPr marL="2279015" indent="0" algn="ctr">
              <a:buNone/>
              <a:defRPr sz="1595"/>
            </a:lvl6pPr>
            <a:lvl7pPr marL="2735580" indent="0" algn="ctr">
              <a:buNone/>
              <a:defRPr sz="1595"/>
            </a:lvl7pPr>
            <a:lvl8pPr marL="3190875" indent="0" algn="ctr">
              <a:buNone/>
              <a:defRPr sz="1595"/>
            </a:lvl8pPr>
            <a:lvl9pPr marL="3646805" indent="0" algn="ctr">
              <a:buNone/>
              <a:defRPr sz="1595"/>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2026/8/30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573217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8" name="Rectangle 13"/>
          <p:cNvSpPr>
            <a:spLocks noGrp="1" noChangeArrowheads="1"/>
          </p:cNvSpPr>
          <p:nvPr>
            <p:ph type="title"/>
          </p:nvPr>
        </p:nvSpPr>
        <p:spPr bwMode="auto">
          <a:xfrm>
            <a:off x="430364" y="218039"/>
            <a:ext cx="11270102" cy="504775"/>
          </a:xfrm>
          <a:prstGeom prst="rect">
            <a:avLst/>
          </a:prstGeom>
        </p:spPr>
        <p:txBody>
          <a:bodyPr lIns="121883" tIns="60944" rIns="121883" bIns="60944" anchor="ctr"/>
          <a:lstStyle>
            <a:lvl1pPr>
              <a:defRPr sz="2800">
                <a:solidFill>
                  <a:srgbClr val="C00000"/>
                </a:solidFill>
                <a:latin typeface="+mj-ea"/>
                <a:ea typeface="+mj-ea"/>
              </a:defRPr>
            </a:lvl1pPr>
          </a:lstStyle>
          <a:p>
            <a:pPr lvl="0"/>
            <a:r>
              <a:rPr lang="en-US" altLang="zh-CN" dirty="0"/>
              <a:t>Click to edit Master title style</a:t>
            </a:r>
            <a:endParaRPr lang="zh-CN" altLang="en-US" dirty="0"/>
          </a:p>
        </p:txBody>
      </p:sp>
      <p:sp>
        <p:nvSpPr>
          <p:cNvPr id="9" name="Rectangle 68"/>
          <p:cNvSpPr>
            <a:spLocks noGrp="1" noChangeArrowheads="1"/>
          </p:cNvSpPr>
          <p:nvPr>
            <p:ph idx="1"/>
          </p:nvPr>
        </p:nvSpPr>
        <p:spPr bwMode="auto">
          <a:xfrm>
            <a:off x="430364" y="792484"/>
            <a:ext cx="11270102" cy="5487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18" tIns="40058" rIns="80118" bIns="40058" numCol="1" anchor="t" anchorCtr="0" compatLnSpc="1"/>
          <a:lstStyle>
            <a:lvl1pPr>
              <a:defRPr>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en-US" altLang="zh-CN" dirty="0"/>
              <a:t>Click to edit Master text styles</a:t>
            </a:r>
            <a:endParaRPr lang="zh-CN" altLang="en-US" dirty="0"/>
          </a:p>
          <a:p>
            <a:pPr lvl="1"/>
            <a:r>
              <a:rPr lang="en-US" altLang="zh-CN" dirty="0"/>
              <a:t>Second level</a:t>
            </a:r>
            <a:endParaRPr lang="zh-CN" altLang="en-US" dirty="0"/>
          </a:p>
          <a:p>
            <a:pPr lvl="2"/>
            <a:r>
              <a:rPr lang="en-US" altLang="zh-CN" dirty="0"/>
              <a:t>Third level</a:t>
            </a:r>
            <a:endParaRPr lang="zh-CN" altLang="en-US" dirty="0"/>
          </a:p>
          <a:p>
            <a:pPr lvl="3"/>
            <a:r>
              <a:rPr lang="en-US" altLang="zh-CN" dirty="0"/>
              <a:t>Fourth level</a:t>
            </a:r>
            <a:endParaRPr lang="zh-CN" altLang="en-US" dirty="0"/>
          </a:p>
          <a:p>
            <a:pPr lvl="4"/>
            <a:r>
              <a:rPr lang="en-US" altLang="zh-CN" dirty="0"/>
              <a:t>Fifth level</a:t>
            </a:r>
            <a:endParaRPr lang="zh-CN" altLang="en-US" dirty="0"/>
          </a:p>
        </p:txBody>
      </p:sp>
    </p:spTree>
    <p:extLst>
      <p:ext uri="{BB962C8B-B14F-4D97-AF65-F5344CB8AC3E}">
        <p14:creationId xmlns:p14="http://schemas.microsoft.com/office/powerpoint/2010/main" val="8609908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Chapter page">
    <p:spTree>
      <p:nvGrpSpPr>
        <p:cNvPr id="1" name=""/>
        <p:cNvGrpSpPr/>
        <p:nvPr/>
      </p:nvGrpSpPr>
      <p:grpSpPr>
        <a:xfrm>
          <a:off x="0" y="0"/>
          <a:ext cx="0" cy="0"/>
          <a:chOff x="0" y="0"/>
          <a:chExt cx="0" cy="0"/>
        </a:xfrm>
      </p:grpSpPr>
      <p:sp>
        <p:nvSpPr>
          <p:cNvPr id="4" name="Content Placeholder 2"/>
          <p:cNvSpPr>
            <a:spLocks noGrp="1"/>
          </p:cNvSpPr>
          <p:nvPr>
            <p:ph idx="11" hasCustomPrompt="1"/>
          </p:nvPr>
        </p:nvSpPr>
        <p:spPr>
          <a:xfrm>
            <a:off x="726022" y="1512877"/>
            <a:ext cx="10733557" cy="4690459"/>
          </a:xfrm>
          <a:prstGeom prst="rect">
            <a:avLst/>
          </a:prstGeom>
        </p:spPr>
        <p:txBody>
          <a:bodyPr lIns="0" tIns="0" rIns="0" bIns="0"/>
          <a:lstStyle>
            <a:lvl1pPr marL="179705" marR="0" indent="-168275" algn="l" defTabSz="1187450"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7135" algn="ctr"/>
              </a:tabLst>
              <a:defRPr sz="1800" baseline="0">
                <a:solidFill>
                  <a:schemeClr val="tx1"/>
                </a:solidFill>
                <a:latin typeface="+mn-lt"/>
                <a:ea typeface="微软雅黑" panose="020B0503020204020204" pitchFamily="34" charset="-122"/>
                <a:cs typeface="Arial" panose="020B0604020202020204" pitchFamily="34" charset="0"/>
              </a:defRPr>
            </a:lvl1pPr>
            <a:lvl2pPr marL="446405" marR="0" indent="-285750" algn="l" defTabSz="1187450" rtl="0" eaLnBrk="1" fontAlgn="auto" latinLnBrk="0" hangingPunct="1">
              <a:lnSpc>
                <a:spcPct val="100000"/>
              </a:lnSpc>
              <a:spcBef>
                <a:spcPts val="0"/>
              </a:spcBef>
              <a:spcAft>
                <a:spcPts val="600"/>
              </a:spcAft>
              <a:buClr>
                <a:schemeClr val="tx1"/>
              </a:buClr>
              <a:buSzTx/>
              <a:buFont typeface=".AppleSystemUIFont"/>
              <a:buChar char="&gt;"/>
              <a:tabLst>
                <a:tab pos="1207135" algn="ctr"/>
              </a:tabLst>
              <a:defRPr sz="1600" baseline="0">
                <a:latin typeface="+mn-lt"/>
                <a:ea typeface="微软雅黑" panose="020B0503020204020204" pitchFamily="34" charset="-122"/>
              </a:defRPr>
            </a:lvl2pPr>
            <a:lvl3pPr marL="1097915" marR="0" indent="-168275" algn="l" defTabSz="1187450" rtl="0" eaLnBrk="1" fontAlgn="auto" latinLnBrk="0" hangingPunct="1">
              <a:lnSpc>
                <a:spcPct val="100000"/>
              </a:lnSpc>
              <a:spcBef>
                <a:spcPts val="0"/>
              </a:spcBef>
              <a:spcAft>
                <a:spcPts val="600"/>
              </a:spcAft>
              <a:buClr>
                <a:schemeClr val="tx1"/>
              </a:buClr>
              <a:buSzTx/>
              <a:buFont typeface=".AppleSystemUIFont"/>
              <a:buChar char="-"/>
              <a:tabLst>
                <a:tab pos="1207135" algn="ctr"/>
              </a:tabLst>
              <a:defRPr sz="1300" baseline="0">
                <a:latin typeface="+mn-lt"/>
                <a:ea typeface="微软雅黑" panose="020B0503020204020204" pitchFamily="34" charset="-122"/>
              </a:defRPr>
            </a:lvl3pPr>
            <a:lvl4pPr marL="525780" indent="-171450">
              <a:buFont typeface="Arial" panose="020B0604020202020204" pitchFamily="34" charset="0"/>
              <a:buChar char="•"/>
              <a:tabLst>
                <a:tab pos="1207770" algn="ctr"/>
              </a:tabLst>
              <a:defRPr sz="1300" baseline="0"/>
            </a:lvl4pPr>
            <a:lvl5pPr marL="525780" indent="-171450">
              <a:buFont typeface="Arial" panose="020B0604020202020204" pitchFamily="34" charset="0"/>
              <a:buChar char="•"/>
              <a:tabLst>
                <a:tab pos="1207770" algn="ctr"/>
              </a:tabLst>
              <a:defRPr sz="1300" baseline="0"/>
            </a:lvl5pPr>
          </a:lstStyle>
          <a:p>
            <a:pPr lvl="0"/>
            <a:r>
              <a:rPr lang="en-US" dirty="0"/>
              <a:t>Click to edit Master text style</a:t>
            </a:r>
          </a:p>
          <a:p>
            <a:pPr marL="328930" marR="0" lvl="1" indent="-168275" algn="l" defTabSz="1187450"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135" algn="ctr"/>
              </a:tabLst>
              <a:defRPr/>
            </a:pPr>
            <a:r>
              <a:rPr lang="en-US" dirty="0"/>
              <a:t>Click to edit Master text style</a:t>
            </a:r>
          </a:p>
          <a:p>
            <a:pPr marL="1097915" marR="0" lvl="2" indent="-168275" algn="l" defTabSz="1187450"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135" algn="ctr"/>
              </a:tabLst>
              <a:defRPr/>
            </a:pPr>
            <a:r>
              <a:rPr lang="en-US" dirty="0"/>
              <a:t>Click to edit Master text style</a:t>
            </a:r>
          </a:p>
          <a:p>
            <a:pPr marL="1097915" marR="0" lvl="2" indent="-168275" algn="l" defTabSz="1187450"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135" algn="ctr"/>
              </a:tabLst>
              <a:defRPr/>
            </a:pPr>
            <a:endParaRPr lang="en-US" altLang="zh-CN" dirty="0"/>
          </a:p>
        </p:txBody>
      </p:sp>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593725" indent="0" algn="ctr">
              <a:buNone/>
              <a:defRPr sz="2600"/>
            </a:lvl2pPr>
            <a:lvl3pPr marL="1187450" indent="0" algn="ctr">
              <a:buNone/>
              <a:defRPr sz="2340"/>
            </a:lvl3pPr>
            <a:lvl4pPr marL="1781175" indent="0" algn="ctr">
              <a:buNone/>
              <a:defRPr sz="2080"/>
            </a:lvl4pPr>
            <a:lvl5pPr marL="2374900" indent="0" algn="ctr">
              <a:buNone/>
              <a:defRPr sz="2080"/>
            </a:lvl5pPr>
            <a:lvl6pPr marL="2967990" indent="0" algn="ctr">
              <a:buNone/>
              <a:defRPr sz="2080"/>
            </a:lvl6pPr>
            <a:lvl7pPr marL="3562350" indent="0" algn="ctr">
              <a:buNone/>
              <a:defRPr sz="2080"/>
            </a:lvl7pPr>
            <a:lvl8pPr marL="4155440" indent="0" algn="ctr">
              <a:buNone/>
              <a:defRPr sz="2080"/>
            </a:lvl8pPr>
            <a:lvl9pPr marL="4749165" indent="0" algn="ctr">
              <a:buNone/>
              <a:defRPr sz="2080"/>
            </a:lvl9pPr>
          </a:lstStyle>
          <a:p>
            <a:r>
              <a:rPr lang="en-US" dirty="0"/>
              <a:t>Click to edit Master title style</a:t>
            </a:r>
          </a:p>
        </p:txBody>
      </p:sp>
    </p:spTree>
    <p:extLst>
      <p:ext uri="{BB962C8B-B14F-4D97-AF65-F5344CB8AC3E}">
        <p14:creationId xmlns:p14="http://schemas.microsoft.com/office/powerpoint/2010/main" val="25409639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8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94" y="456134"/>
            <a:ext cx="10740920" cy="993400"/>
          </a:xfrm>
          <a:prstGeom prst="rect">
            <a:avLst/>
          </a:prstGeom>
        </p:spPr>
        <p:txBody>
          <a:bodyPr lIns="0" tIns="0" rIns="0" bIns="0" anchor="t">
            <a:normAutofit/>
          </a:bodyPr>
          <a:lstStyle>
            <a:lvl1pPr marL="0" indent="0" algn="l">
              <a:lnSpc>
                <a:spcPts val="3425"/>
              </a:lnSpc>
              <a:spcBef>
                <a:spcPts val="0"/>
              </a:spcBef>
              <a:buNone/>
              <a:defRPr sz="2795" baseline="0">
                <a:solidFill>
                  <a:schemeClr val="tx1"/>
                </a:solidFill>
                <a:latin typeface="微软雅黑" panose="020B0503020204020204" pitchFamily="34" charset="-122"/>
                <a:ea typeface="微软雅黑" panose="020B0503020204020204" pitchFamily="34" charset="-122"/>
              </a:defRPr>
            </a:lvl1pPr>
            <a:lvl2pPr marL="592455" indent="0" algn="ctr">
              <a:buNone/>
              <a:defRPr sz="2590"/>
            </a:lvl2pPr>
            <a:lvl3pPr marL="1184910" indent="0" algn="ctr">
              <a:buNone/>
              <a:defRPr sz="2330"/>
            </a:lvl3pPr>
            <a:lvl4pPr marL="1777365" indent="0" algn="ctr">
              <a:buNone/>
              <a:defRPr sz="2075"/>
            </a:lvl4pPr>
            <a:lvl5pPr marL="2369820" indent="0" algn="ctr">
              <a:buNone/>
              <a:defRPr sz="2075"/>
            </a:lvl5pPr>
            <a:lvl6pPr marL="2961005" indent="0" algn="ctr">
              <a:buNone/>
              <a:defRPr sz="2075"/>
            </a:lvl6pPr>
            <a:lvl7pPr marL="3553460" indent="0" algn="ctr">
              <a:buNone/>
              <a:defRPr sz="2075"/>
            </a:lvl7pPr>
            <a:lvl8pPr marL="4145915" indent="0" algn="ctr">
              <a:buNone/>
              <a:defRPr sz="2075"/>
            </a:lvl8pPr>
            <a:lvl9pPr marL="4737735" indent="0" algn="ctr">
              <a:buNone/>
              <a:defRPr sz="2075"/>
            </a:lvl9pPr>
          </a:lstStyle>
          <a:p>
            <a:r>
              <a:rPr lang="zh-CN" altLang="en-US" dirty="0"/>
              <a:t>单击此处添加标题</a:t>
            </a:r>
            <a:endParaRPr lang="en-US" dirty="0"/>
          </a:p>
        </p:txBody>
      </p:sp>
    </p:spTree>
    <p:extLst>
      <p:ext uri="{BB962C8B-B14F-4D97-AF65-F5344CB8AC3E}">
        <p14:creationId xmlns:p14="http://schemas.microsoft.com/office/powerpoint/2010/main" val="187745650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479" y="456138"/>
            <a:ext cx="10745116" cy="400601"/>
          </a:xfrm>
          <a:prstGeom prst="rect">
            <a:avLst/>
          </a:prstGeom>
        </p:spPr>
        <p:txBody>
          <a:bodyPr lIns="0" tIns="0" rIns="0" bIns="0" anchor="t">
            <a:normAutofit/>
          </a:bodyPr>
          <a:lstStyle>
            <a:lvl1pPr marL="0" indent="0" algn="l">
              <a:lnSpc>
                <a:spcPts val="3430"/>
              </a:lnSpc>
              <a:spcBef>
                <a:spcPts val="0"/>
              </a:spcBef>
              <a:buNone/>
              <a:defRPr sz="2800" b="0" baseline="0">
                <a:solidFill>
                  <a:srgbClr val="A72126"/>
                </a:solidFill>
                <a:latin typeface="方正兰亭粗黑简体" panose="02000000000000000000" pitchFamily="2" charset="-122"/>
                <a:ea typeface="方正兰亭粗黑简体" panose="02000000000000000000" pitchFamily="2" charset="-122"/>
              </a:defRPr>
            </a:lvl1pPr>
            <a:lvl2pPr marL="593725" indent="0" algn="ctr">
              <a:buNone/>
              <a:defRPr sz="2600"/>
            </a:lvl2pPr>
            <a:lvl3pPr marL="1186815" indent="0" algn="ctr">
              <a:buNone/>
              <a:defRPr sz="2340"/>
            </a:lvl3pPr>
            <a:lvl4pPr marL="1780540" indent="0" algn="ctr">
              <a:buNone/>
              <a:defRPr sz="2080"/>
            </a:lvl4pPr>
            <a:lvl5pPr marL="2374265" indent="0" algn="ctr">
              <a:buNone/>
              <a:defRPr sz="2080"/>
            </a:lvl5pPr>
            <a:lvl6pPr marL="2966720" indent="0" algn="ctr">
              <a:buNone/>
              <a:defRPr sz="2080"/>
            </a:lvl6pPr>
            <a:lvl7pPr marL="3561080" indent="0" algn="ctr">
              <a:buNone/>
              <a:defRPr sz="2080"/>
            </a:lvl7pPr>
            <a:lvl8pPr marL="4154170" indent="0" algn="ctr">
              <a:buNone/>
              <a:defRPr sz="2080"/>
            </a:lvl8pPr>
            <a:lvl9pPr marL="4747260" indent="0" algn="ctr">
              <a:buNone/>
              <a:defRPr sz="2080"/>
            </a:lvl9pPr>
          </a:lstStyle>
          <a:p>
            <a:r>
              <a:rPr lang="zh-CN" altLang="en-US" dirty="0"/>
              <a:t>单击此处添加标题</a:t>
            </a:r>
            <a:endParaRPr lang="en-US" dirty="0"/>
          </a:p>
        </p:txBody>
      </p:sp>
    </p:spTree>
    <p:extLst>
      <p:ext uri="{BB962C8B-B14F-4D97-AF65-F5344CB8AC3E}">
        <p14:creationId xmlns:p14="http://schemas.microsoft.com/office/powerpoint/2010/main" val="31348643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4" name="TextBox 3"/>
          <p:cNvSpPr txBox="1"/>
          <p:nvPr userDrawn="1"/>
        </p:nvSpPr>
        <p:spPr>
          <a:xfrm>
            <a:off x="734133" y="6402810"/>
            <a:ext cx="499729" cy="138499"/>
          </a:xfrm>
          <a:prstGeom prst="rect">
            <a:avLst/>
          </a:prstGeom>
          <a:noFill/>
        </p:spPr>
        <p:txBody>
          <a:bodyPr wrap="square" lIns="0" tIns="0" rIns="0" bIns="0" rtlCol="0">
            <a:spAutoFit/>
          </a:bodyPr>
          <a:lstStyle/>
          <a:p>
            <a:pPr marL="0" marR="0" lvl="0" indent="0" algn="l" defTabSz="890270" rtl="0" eaLnBrk="1" fontAlgn="auto" latinLnBrk="0" hangingPunct="1">
              <a:lnSpc>
                <a:spcPct val="100000"/>
              </a:lnSpc>
              <a:spcBef>
                <a:spcPts val="0"/>
              </a:spcBef>
              <a:spcAft>
                <a:spcPts val="0"/>
              </a:spcAft>
              <a:buClrTx/>
              <a:buSzTx/>
              <a:buFontTx/>
              <a:buNone/>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270" rtl="0" eaLnBrk="1" fontAlgn="auto" latinLnBrk="0" hangingPunct="1">
                <a:lnSpc>
                  <a:spcPct val="100000"/>
                </a:lnSpc>
                <a:spcBef>
                  <a:spcPts val="0"/>
                </a:spcBef>
                <a:spcAft>
                  <a:spcPts val="0"/>
                </a:spcAft>
                <a:buClrTx/>
                <a:buSzTx/>
                <a:buFontTx/>
                <a:buNone/>
                <a:defRPr/>
              </a:pPr>
              <a:t>‹#›</a:t>
            </a:fld>
            <a:endParaRPr lang="en-US" sz="900" dirty="0">
              <a:solidFill>
                <a:srgbClr val="1D1D1B"/>
              </a:solidFill>
              <a:latin typeface="Arial" panose="020B0604020202020204" pitchFamily="34" charset="0"/>
              <a:cs typeface="Arial" panose="020B0604020202020204" pitchFamily="34" charset="0"/>
            </a:endParaRPr>
          </a:p>
        </p:txBody>
      </p:sp>
      <p:pic>
        <p:nvPicPr>
          <p:cNvPr id="47" name="Picture 4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extLst>
      <p:ext uri="{BB962C8B-B14F-4D97-AF65-F5344CB8AC3E}">
        <p14:creationId xmlns:p14="http://schemas.microsoft.com/office/powerpoint/2010/main" val="33217337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4_自定义版式">
    <p:spTree>
      <p:nvGrpSpPr>
        <p:cNvPr id="1" name=""/>
        <p:cNvGrpSpPr/>
        <p:nvPr/>
      </p:nvGrpSpPr>
      <p:grpSpPr>
        <a:xfrm>
          <a:off x="0" y="0"/>
          <a:ext cx="0" cy="0"/>
          <a:chOff x="0" y="0"/>
          <a:chExt cx="0" cy="0"/>
        </a:xfrm>
      </p:grpSpPr>
      <p:sp>
        <p:nvSpPr>
          <p:cNvPr id="14" name="文本占位符 8"/>
          <p:cNvSpPr>
            <a:spLocks noGrp="1"/>
          </p:cNvSpPr>
          <p:nvPr>
            <p:ph type="body" sz="quarter" idx="10" hasCustomPrompt="1"/>
          </p:nvPr>
        </p:nvSpPr>
        <p:spPr>
          <a:xfrm>
            <a:off x="434720" y="327657"/>
            <a:ext cx="9366252" cy="558313"/>
          </a:xfrm>
          <a:prstGeom prst="rect">
            <a:avLst/>
          </a:prstGeom>
        </p:spPr>
        <p:txBody>
          <a:bodyPr anchor="ctr">
            <a:normAutofit/>
          </a:bodyPr>
          <a:lstStyle>
            <a:lvl1pPr marL="0" indent="0">
              <a:buNone/>
              <a:defRPr sz="2400" b="1">
                <a:latin typeface="微软雅黑" panose="020B0503020204020204" pitchFamily="34" charset="-122"/>
                <a:ea typeface="微软雅黑" panose="020B0503020204020204" pitchFamily="34" charset="-122"/>
              </a:defRPr>
            </a:lvl1pPr>
          </a:lstStyle>
          <a:p>
            <a:pPr lvl="0"/>
            <a:r>
              <a:rPr lang="zh-CN" altLang="en-US" dirty="0"/>
              <a:t>小标题文字位置</a:t>
            </a:r>
          </a:p>
        </p:txBody>
      </p:sp>
      <p:sp>
        <p:nvSpPr>
          <p:cNvPr id="17" name="文本占位符 15"/>
          <p:cNvSpPr>
            <a:spLocks noGrp="1"/>
          </p:cNvSpPr>
          <p:nvPr>
            <p:ph type="body" sz="quarter" idx="11" hasCustomPrompt="1"/>
          </p:nvPr>
        </p:nvSpPr>
        <p:spPr>
          <a:xfrm>
            <a:off x="434720" y="1080303"/>
            <a:ext cx="11258267" cy="1782763"/>
          </a:xfrm>
          <a:prstGeom prst="rect">
            <a:avLst/>
          </a:prstGeom>
        </p:spPr>
        <p:txBody>
          <a:bodyPr>
            <a:normAutofit/>
          </a:bodyPr>
          <a:lstStyle>
            <a:lvl1pPr marL="0" indent="0">
              <a:buNone/>
              <a:defRPr sz="1600">
                <a:latin typeface="微软雅黑" panose="020B0503020204020204" pitchFamily="34" charset="-122"/>
                <a:ea typeface="微软雅黑" panose="020B0503020204020204" pitchFamily="34" charset="-122"/>
              </a:defRPr>
            </a:lvl1pPr>
          </a:lstStyle>
          <a:p>
            <a:pPr marL="0" marR="0" lvl="0" indent="0" algn="l" defTabSz="456565"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正文文字内容位置正文文字内容位置正文文字内容位置正文文字内容位置正文文字内容位置正文文字内容位置</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456565"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正文文字内容位置正文文字内容位置正文文字内容位置正文文字内容位置正文文字内容位置正文文字内容位置</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456565"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正文文字内容位置正文文字内容位置正文文字内容位置正文文字内容位置正文文字内容位置正文文字内容位置</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456565"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正文文字内容位置正文文字内容位置正文文字内容位置正文文字内容位置正文文字内容位置正文文字内容位置</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456565"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正文文字内容位置正文文字内容位置正文文字内容位置正文文字内容位置正文文字内容位置正文文字内容位置</a:t>
            </a:r>
            <a:endPar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41307848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tif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theme" Target="../theme/theme5.xml"/><Relationship Id="rId1" Type="http://schemas.openxmlformats.org/officeDocument/2006/relationships/slideLayout" Target="../slideLayouts/slideLayout6.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8.xml"/><Relationship Id="rId1" Type="http://schemas.openxmlformats.org/officeDocument/2006/relationships/slideLayout" Target="../slideLayouts/slideLayout7.xml"/><Relationship Id="rId4" Type="http://schemas.openxmlformats.org/officeDocument/2006/relationships/image" Target="../media/image6.tiff"/></Relationships>
</file>

<file path=ppt/slideMasters/_rels/slideMaster7.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theme" Target="../theme/theme9.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image" Target="../media/image8.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9181AA-8E93-7743-ADEB-8A06A0DFC13A}"/>
              </a:ext>
            </a:extLst>
          </p:cNvPr>
          <p:cNvSpPr/>
          <p:nvPr userDrawn="1"/>
        </p:nvSpPr>
        <p:spPr>
          <a:xfrm>
            <a:off x="0" y="5590903"/>
            <a:ext cx="12196763" cy="126709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5" name="Picture 4">
            <a:extLst>
              <a:ext uri="{FF2B5EF4-FFF2-40B4-BE49-F238E27FC236}">
                <a16:creationId xmlns:a16="http://schemas.microsoft.com/office/drawing/2014/main" id="{E6E8B5C1-4D37-8442-902D-D86F9BBDE27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208751" y="5970991"/>
            <a:ext cx="2260800" cy="489278"/>
          </a:xfrm>
          <a:prstGeom prst="rect">
            <a:avLst/>
          </a:prstGeom>
        </p:spPr>
      </p:pic>
    </p:spTree>
    <p:extLst>
      <p:ext uri="{BB962C8B-B14F-4D97-AF65-F5344CB8AC3E}">
        <p14:creationId xmlns:p14="http://schemas.microsoft.com/office/powerpoint/2010/main" val="4087104836"/>
      </p:ext>
    </p:extLst>
  </p:cSld>
  <p:clrMap bg1="lt1" tx1="dk1" bg2="lt2" tx2="dk2" accent1="accent1" accent2="accent2" accent3="accent3" accent4="accent4" accent5="accent5" accent6="accent6" hlink="hlink" folHlink="folHlink"/>
  <p:sldLayoutIdLst>
    <p:sldLayoutId id="2147483819" r:id="rId1"/>
    <p:sldLayoutId id="2147483820" r:id="rId2"/>
    <p:sldLayoutId id="2147483892" r:id="rId3"/>
    <p:sldLayoutId id="2147483824" r:id="rId4"/>
  </p:sldLayoutIdLst>
  <p:hf hdr="0" ftr="0" dt="0"/>
  <p:txStyles>
    <p:titleStyle>
      <a:lvl1pPr algn="l" defTabSz="914400" rtl="0" eaLnBrk="1" latinLnBrk="0" hangingPunct="1">
        <a:lnSpc>
          <a:spcPts val="3440"/>
        </a:lnSpc>
        <a:spcBef>
          <a:spcPct val="0"/>
        </a:spcBef>
        <a:buNone/>
        <a:defRPr sz="32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0" indent="0" algn="l" defTabSz="914400" rtl="0" eaLnBrk="1" latinLnBrk="0" hangingPunct="1">
        <a:lnSpc>
          <a:spcPct val="100000"/>
        </a:lnSpc>
        <a:spcBef>
          <a:spcPts val="0"/>
        </a:spcBef>
        <a:buFontTx/>
        <a:buNone/>
        <a:defRPr sz="1000" kern="1200">
          <a:solidFill>
            <a:srgbClr val="1D1D1B"/>
          </a:solidFill>
          <a:latin typeface="Arial" panose="020B0604020202020204" pitchFamily="34" charset="0"/>
          <a:ea typeface="Microsoft YaHei" panose="020B0503020204020204" pitchFamily="34"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1239436"/>
      </p:ext>
    </p:extLst>
  </p:cSld>
  <p:clrMap bg1="lt1" tx1="dk1" bg2="lt2" tx2="dk2" accent1="accent1" accent2="accent2" accent3="accent3" accent4="accent4" accent5="accent5" accent6="accent6" hlink="hlink" folHlink="folHlink"/>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467" y="6356939"/>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endParaRPr lang="en-US" sz="900" b="0" kern="1200" baseline="0" dirty="0">
              <a:solidFill>
                <a:srgbClr val="1D1D1B"/>
              </a:solidFill>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131" y="6402806"/>
            <a:ext cx="499729" cy="138499"/>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0" y="2625389"/>
            <a:ext cx="1967973" cy="4233515"/>
            <a:chOff x="5343885" y="-48857"/>
            <a:chExt cx="327131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0/0/0</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extLst>
      <p:ext uri="{BB962C8B-B14F-4D97-AF65-F5344CB8AC3E}">
        <p14:creationId xmlns:p14="http://schemas.microsoft.com/office/powerpoint/2010/main" val="99056531"/>
      </p:ext>
    </p:extLst>
  </p:cSld>
  <p:clrMap bg1="lt1" tx1="dk1" bg2="lt2" tx2="dk2" accent1="accent1" accent2="accent2" accent3="accent3" accent4="accent4" accent5="accent5" accent6="accent6" hlink="hlink" folHlink="folHlink"/>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8969" y="1467870"/>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5" name="Text Placeholder 1">
            <a:extLst>
              <a:ext uri="{FF2B5EF4-FFF2-40B4-BE49-F238E27FC236}">
                <a16:creationId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Copyright©2018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79" dirty="0">
                <a:solidFill>
                  <a:srgbClr val="1D1D1B"/>
                </a:solidFill>
                <a:latin typeface="+mn-lt"/>
              </a:rPr>
            </a:b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6" name="Subtitle 6">
            <a:extLst>
              <a:ext uri="{FF2B5EF4-FFF2-40B4-BE49-F238E27FC236}">
                <a16:creationId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 name="Subtitle 6">
            <a:extLst>
              <a:ext uri="{FF2B5EF4-FFF2-40B4-BE49-F238E27FC236}">
                <a16:creationId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8" name="Picture 7">
            <a:extLst>
              <a:ext uri="{FF2B5EF4-FFF2-40B4-BE49-F238E27FC236}">
                <a16:creationId xmlns:a16="http://schemas.microsoft.com/office/drawing/2014/main" id="{BA792140-33FB-E045-9071-EE8DB65F2A1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3676" y="5237566"/>
            <a:ext cx="1875600" cy="405914"/>
          </a:xfrm>
          <a:prstGeom prst="rect">
            <a:avLst/>
          </a:prstGeom>
        </p:spPr>
      </p:pic>
    </p:spTree>
    <p:extLst>
      <p:ext uri="{BB962C8B-B14F-4D97-AF65-F5344CB8AC3E}">
        <p14:creationId xmlns:p14="http://schemas.microsoft.com/office/powerpoint/2010/main" val="2848406896"/>
      </p:ext>
    </p:extLst>
  </p:cSld>
  <p:clrMap bg1="lt1" tx1="dk1" bg2="lt2" tx2="dk2" accent1="accent1" accent2="accent2" accent3="accent3" accent4="accent4" accent5="accent5" accent6="accent6" hlink="hlink" folHlink="folHlink"/>
  <p:sldLayoutIdLst>
    <p:sldLayoutId id="2147483686" r:id="rId1"/>
  </p:sldLayoutIdLst>
  <p:hf hdr="0" ftr="0" dt="0"/>
  <p:txStyles>
    <p:titleStyle>
      <a:lvl1pPr algn="l" defTabSz="1187798" rtl="0" eaLnBrk="1" latinLnBrk="0" hangingPunct="1">
        <a:lnSpc>
          <a:spcPct val="90000"/>
        </a:lnSpc>
        <a:spcBef>
          <a:spcPct val="0"/>
        </a:spcBef>
        <a:buNone/>
        <a:defRPr sz="5000" b="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p:titleStyle>
    <p:bodyStyle>
      <a:lvl1pPr marL="0" indent="0" algn="l" defTabSz="1187798" rtl="0" eaLnBrk="1" latinLnBrk="0" hangingPunct="1">
        <a:lnSpc>
          <a:spcPct val="90000"/>
        </a:lnSpc>
        <a:spcBef>
          <a:spcPts val="1299"/>
        </a:spcBef>
        <a:buFont typeface="Arial" panose="020B0604020202020204" pitchFamily="34" charset="0"/>
        <a:buNone/>
        <a:defRPr sz="1819" kern="1200">
          <a:solidFill>
            <a:srgbClr val="FFFFFF"/>
          </a:solidFill>
          <a:latin typeface="Microsoft YaHei" panose="020B0503020204020204" pitchFamily="34" charset="-122"/>
          <a:ea typeface="Microsoft YaHei" panose="020B0503020204020204" pitchFamily="34" charset="-122"/>
          <a:cs typeface="+mn-cs"/>
        </a:defRPr>
      </a:lvl1pPr>
      <a:lvl2pPr marL="593900" indent="0" algn="l" defTabSz="1187798" rtl="0" eaLnBrk="1" latinLnBrk="0" hangingPunct="1">
        <a:lnSpc>
          <a:spcPct val="90000"/>
        </a:lnSpc>
        <a:spcBef>
          <a:spcPts val="650"/>
        </a:spcBef>
        <a:buFont typeface="Arial" panose="020B0604020202020204" pitchFamily="34" charset="0"/>
        <a:buNone/>
        <a:defRPr sz="3118" kern="1200">
          <a:solidFill>
            <a:schemeClr val="tx1"/>
          </a:solidFill>
          <a:latin typeface="+mn-lt"/>
          <a:ea typeface="+mn-ea"/>
          <a:cs typeface="+mn-cs"/>
        </a:defRPr>
      </a:lvl2pPr>
      <a:lvl3pPr marL="1187798" indent="0" algn="l" defTabSz="1187798" rtl="0" eaLnBrk="1" latinLnBrk="0" hangingPunct="1">
        <a:lnSpc>
          <a:spcPct val="90000"/>
        </a:lnSpc>
        <a:spcBef>
          <a:spcPts val="650"/>
        </a:spcBef>
        <a:buFont typeface="Arial" panose="020B0604020202020204" pitchFamily="34" charset="0"/>
        <a:buNone/>
        <a:defRPr sz="2598" kern="1200">
          <a:solidFill>
            <a:schemeClr val="tx1"/>
          </a:solidFill>
          <a:latin typeface="+mn-lt"/>
          <a:ea typeface="+mn-ea"/>
          <a:cs typeface="+mn-cs"/>
        </a:defRPr>
      </a:lvl3pPr>
      <a:lvl4pPr marL="1781699" indent="0" algn="l" defTabSz="1187798" rtl="0" eaLnBrk="1" latinLnBrk="0" hangingPunct="1">
        <a:lnSpc>
          <a:spcPct val="90000"/>
        </a:lnSpc>
        <a:spcBef>
          <a:spcPts val="650"/>
        </a:spcBef>
        <a:buFont typeface="Arial" panose="020B0604020202020204" pitchFamily="34" charset="0"/>
        <a:buNone/>
        <a:defRPr sz="2338" kern="1200">
          <a:solidFill>
            <a:schemeClr val="tx1"/>
          </a:solidFill>
          <a:latin typeface="+mn-lt"/>
          <a:ea typeface="+mn-ea"/>
          <a:cs typeface="+mn-cs"/>
        </a:defRPr>
      </a:lvl4pPr>
      <a:lvl5pPr marL="2375598" indent="0" algn="l" defTabSz="1187798" rtl="0" eaLnBrk="1" latinLnBrk="0" hangingPunct="1">
        <a:lnSpc>
          <a:spcPct val="90000"/>
        </a:lnSpc>
        <a:spcBef>
          <a:spcPts val="650"/>
        </a:spcBef>
        <a:buFont typeface="Arial" panose="020B0604020202020204" pitchFamily="34" charset="0"/>
        <a:buNone/>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468" y="6356939"/>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endParaRPr lang="en-US" sz="900" b="0" kern="1200" baseline="0" dirty="0">
              <a:solidFill>
                <a:srgbClr val="1D1D1B"/>
              </a:solidFill>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132" y="6402808"/>
            <a:ext cx="499729" cy="138499"/>
          </a:xfrm>
          <a:prstGeom prst="rect">
            <a:avLst/>
          </a:prstGeom>
          <a:noFill/>
        </p:spPr>
        <p:txBody>
          <a:bodyPr wrap="square" lIns="0" tIns="0" rIns="0" bIns="0" rtlCol="0">
            <a:spAutoFit/>
          </a:bodyPr>
          <a:lstStyle/>
          <a:p>
            <a:pPr marL="0" marR="0" lvl="0" indent="0" algn="l" defTabSz="890760" rtl="0" eaLnBrk="1" fontAlgn="auto" latinLnBrk="0" hangingPunct="1">
              <a:lnSpc>
                <a:spcPct val="100000"/>
              </a:lnSpc>
              <a:spcBef>
                <a:spcPts val="0"/>
              </a:spcBef>
              <a:spcAft>
                <a:spcPts val="0"/>
              </a:spcAft>
              <a:buClrTx/>
              <a:buSzTx/>
              <a:buFontTx/>
              <a:buNone/>
              <a:tabLst/>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760" rtl="0" eaLnBrk="1" fontAlgn="auto" latinLnBrk="0" hangingPunct="1">
                <a:lnSpc>
                  <a:spcPct val="100000"/>
                </a:lnSpc>
                <a:spcBef>
                  <a:spcPts val="0"/>
                </a:spcBef>
                <a:spcAft>
                  <a:spcPts val="0"/>
                </a:spcAft>
                <a:buClrTx/>
                <a:buSzTx/>
                <a:buFontTx/>
                <a:buNone/>
                <a:tabLst/>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91"/>
            <a:ext cx="1967973" cy="4233515"/>
            <a:chOff x="5343885" y="-48857"/>
            <a:chExt cx="327131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87"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87"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87"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0/0/0</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extLst>
      <p:ext uri="{BB962C8B-B14F-4D97-AF65-F5344CB8AC3E}">
        <p14:creationId xmlns:p14="http://schemas.microsoft.com/office/powerpoint/2010/main" val="520055288"/>
      </p:ext>
    </p:extLst>
  </p:cSld>
  <p:clrMap bg1="lt1" tx1="dk1" bg2="lt2" tx2="dk2" accent1="accent1" accent2="accent2" accent3="accent3" accent4="accent4" accent5="accent5" accent6="accent6" hlink="hlink" folHlink="folHlink"/>
  <p:sldLayoutIdLst>
    <p:sldLayoutId id="2147483898" r:id="rId1"/>
  </p:sldLayoutIdLst>
  <p:hf hdr="0" ftr="0" dt="0"/>
  <p:txStyles>
    <p:titleStyle>
      <a:lvl1pPr algn="l" defTabSz="1187679"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6920" indent="-296920" algn="l" defTabSz="1187679"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760" indent="-296920" algn="l" defTabSz="1187679"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600" indent="-296920" algn="l" defTabSz="1187679"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44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28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12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5996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380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7639"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679" rtl="0" eaLnBrk="1" latinLnBrk="0" hangingPunct="1">
        <a:defRPr sz="2338" kern="1200">
          <a:solidFill>
            <a:schemeClr val="tx1"/>
          </a:solidFill>
          <a:latin typeface="+mn-lt"/>
          <a:ea typeface="+mn-ea"/>
          <a:cs typeface="+mn-cs"/>
        </a:defRPr>
      </a:lvl1pPr>
      <a:lvl2pPr marL="593841" algn="l" defTabSz="1187679" rtl="0" eaLnBrk="1" latinLnBrk="0" hangingPunct="1">
        <a:defRPr sz="2338" kern="1200">
          <a:solidFill>
            <a:schemeClr val="tx1"/>
          </a:solidFill>
          <a:latin typeface="+mn-lt"/>
          <a:ea typeface="+mn-ea"/>
          <a:cs typeface="+mn-cs"/>
        </a:defRPr>
      </a:lvl2pPr>
      <a:lvl3pPr marL="1187679" algn="l" defTabSz="1187679" rtl="0" eaLnBrk="1" latinLnBrk="0" hangingPunct="1">
        <a:defRPr sz="2338" kern="1200">
          <a:solidFill>
            <a:schemeClr val="tx1"/>
          </a:solidFill>
          <a:latin typeface="+mn-lt"/>
          <a:ea typeface="+mn-ea"/>
          <a:cs typeface="+mn-cs"/>
        </a:defRPr>
      </a:lvl3pPr>
      <a:lvl4pPr marL="1781521" algn="l" defTabSz="1187679" rtl="0" eaLnBrk="1" latinLnBrk="0" hangingPunct="1">
        <a:defRPr sz="2338" kern="1200">
          <a:solidFill>
            <a:schemeClr val="tx1"/>
          </a:solidFill>
          <a:latin typeface="+mn-lt"/>
          <a:ea typeface="+mn-ea"/>
          <a:cs typeface="+mn-cs"/>
        </a:defRPr>
      </a:lvl4pPr>
      <a:lvl5pPr marL="2375360" algn="l" defTabSz="1187679" rtl="0" eaLnBrk="1" latinLnBrk="0" hangingPunct="1">
        <a:defRPr sz="2338" kern="1200">
          <a:solidFill>
            <a:schemeClr val="tx1"/>
          </a:solidFill>
          <a:latin typeface="+mn-lt"/>
          <a:ea typeface="+mn-ea"/>
          <a:cs typeface="+mn-cs"/>
        </a:defRPr>
      </a:lvl5pPr>
      <a:lvl6pPr marL="2969200" algn="l" defTabSz="1187679" rtl="0" eaLnBrk="1" latinLnBrk="0" hangingPunct="1">
        <a:defRPr sz="2338" kern="1200">
          <a:solidFill>
            <a:schemeClr val="tx1"/>
          </a:solidFill>
          <a:latin typeface="+mn-lt"/>
          <a:ea typeface="+mn-ea"/>
          <a:cs typeface="+mn-cs"/>
        </a:defRPr>
      </a:lvl6pPr>
      <a:lvl7pPr marL="3563040" algn="l" defTabSz="1187679" rtl="0" eaLnBrk="1" latinLnBrk="0" hangingPunct="1">
        <a:defRPr sz="2338" kern="1200">
          <a:solidFill>
            <a:schemeClr val="tx1"/>
          </a:solidFill>
          <a:latin typeface="+mn-lt"/>
          <a:ea typeface="+mn-ea"/>
          <a:cs typeface="+mn-cs"/>
        </a:defRPr>
      </a:lvl7pPr>
      <a:lvl8pPr marL="4156881" algn="l" defTabSz="1187679" rtl="0" eaLnBrk="1" latinLnBrk="0" hangingPunct="1">
        <a:defRPr sz="2338" kern="1200">
          <a:solidFill>
            <a:schemeClr val="tx1"/>
          </a:solidFill>
          <a:latin typeface="+mn-lt"/>
          <a:ea typeface="+mn-ea"/>
          <a:cs typeface="+mn-cs"/>
        </a:defRPr>
      </a:lvl8pPr>
      <a:lvl9pPr marL="4750720" algn="l" defTabSz="1187679"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67" y="6356939"/>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endParaRPr lang="en-US" sz="900" b="0" kern="1200" baseline="0" dirty="0">
              <a:solidFill>
                <a:srgbClr val="1D1D1B"/>
              </a:solidFill>
              <a:latin typeface="Arial" panose="020B0604020202020204" pitchFamily="34" charset="0"/>
              <a:ea typeface="+mn-ea"/>
              <a:cs typeface="Arial" panose="020B0604020202020204" pitchFamily="34" charset="0"/>
            </a:endParaRPr>
          </a:p>
        </p:txBody>
      </p:sp>
      <p:sp>
        <p:nvSpPr>
          <p:cNvPr id="4" name="TextBox 3"/>
          <p:cNvSpPr txBox="1"/>
          <p:nvPr userDrawn="1"/>
        </p:nvSpPr>
        <p:spPr>
          <a:xfrm>
            <a:off x="734131" y="6402806"/>
            <a:ext cx="499729" cy="138499"/>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p:cNvGrpSpPr>
            <a:grpSpLocks noChangeAspect="1"/>
          </p:cNvGrpSpPr>
          <p:nvPr userDrawn="1"/>
        </p:nvGrpSpPr>
        <p:grpSpPr>
          <a:xfrm>
            <a:off x="12290470" y="2625389"/>
            <a:ext cx="1967973" cy="4233515"/>
            <a:chOff x="5343885" y="-48857"/>
            <a:chExt cx="327131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196/0/84</a:t>
              </a: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公司辅助色</a:t>
              </a: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203/55/120</a:t>
              </a: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237/109/0</a:t>
              </a: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153/54/54</a:t>
              </a: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98/178/48</a:t>
              </a: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242/137/68</a:t>
              </a: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PANTONE 185C</a:t>
              </a:r>
            </a:p>
            <a:p>
              <a:pPr algn="ctr">
                <a:lnSpc>
                  <a:spcPts val="620"/>
                </a:lnSpc>
                <a:spcBef>
                  <a:spcPts val="0"/>
                </a:spcBef>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199/0/11  </a:t>
              </a: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公司色</a:t>
              </a: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PANTONE 186C</a:t>
              </a:r>
            </a:p>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200/16/46  </a:t>
              </a: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127/0/1</a:t>
              </a: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52/200/0</a:t>
              </a: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48/181/197</a:t>
              </a:r>
            </a:p>
          </p:txBody>
        </p:sp>
        <p:sp>
          <p:nvSpPr>
            <p:cNvPr id="102" name="矩形 13"/>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129/193/95</a:t>
              </a:r>
            </a:p>
          </p:txBody>
        </p:sp>
        <p:sp>
          <p:nvSpPr>
            <p:cNvPr id="103" name="矩形 13"/>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253/211/81</a:t>
              </a:r>
            </a:p>
          </p:txBody>
        </p:sp>
        <p:sp>
          <p:nvSpPr>
            <p:cNvPr id="104" name="矩形 13"/>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86/196/210</a:t>
              </a: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211/57/65</a:t>
              </a: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211/56/89</a:t>
              </a: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221/128/170</a:t>
              </a: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191/128/130</a:t>
              </a: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246/183/140</a:t>
              </a: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176/216/156</a:t>
              </a: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253/227/181</a:t>
              </a: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148/218/226</a:t>
              </a: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226/129/137</a:t>
              </a: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226/129/152</a:t>
              </a: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235/179/204</a:t>
              </a: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216/179/179</a:t>
              </a:r>
            </a:p>
          </p:txBody>
        </p:sp>
        <p:sp>
          <p:nvSpPr>
            <p:cNvPr id="117" name="矩形 13"/>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250/211/187</a:t>
              </a:r>
            </a:p>
          </p:txBody>
        </p:sp>
        <p:sp>
          <p:nvSpPr>
            <p:cNvPr id="118" name="矩形 13"/>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208/232/196</a:t>
              </a:r>
            </a:p>
          </p:txBody>
        </p:sp>
        <p:sp>
          <p:nvSpPr>
            <p:cNvPr id="119" name="矩形 13"/>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254/238/193</a:t>
              </a:r>
            </a:p>
          </p:txBody>
        </p:sp>
        <p:sp>
          <p:nvSpPr>
            <p:cNvPr id="120" name="矩形 13"/>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190/233/238</a:t>
              </a: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239/178/184</a:t>
              </a: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238/179/193</a:t>
              </a: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0/0/0</a:t>
              </a: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89/87/87</a:t>
              </a:r>
            </a:p>
          </p:txBody>
        </p:sp>
        <p:sp>
          <p:nvSpPr>
            <p:cNvPr id="125" name="矩形 13"/>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137/137/</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137</a:t>
              </a:r>
            </a:p>
          </p:txBody>
        </p:sp>
        <p:sp>
          <p:nvSpPr>
            <p:cNvPr id="126" name="矩形 13"/>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181/181/</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181</a:t>
              </a:r>
            </a:p>
          </p:txBody>
        </p:sp>
        <p:sp>
          <p:nvSpPr>
            <p:cNvPr id="127" name="矩形 13"/>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221/221/</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221</a:t>
              </a:r>
            </a:p>
          </p:txBody>
        </p:sp>
        <p:sp>
          <p:nvSpPr>
            <p:cNvPr id="128" name="矩形 13"/>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a:t>
              </a:r>
            </a:p>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255/255/</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255</a:t>
              </a:r>
            </a:p>
          </p:txBody>
        </p:sp>
      </p:grpSp>
      <p:pic>
        <p:nvPicPr>
          <p:cNvPr id="47" name="Picture 4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extLst>
      <p:ext uri="{BB962C8B-B14F-4D97-AF65-F5344CB8AC3E}">
        <p14:creationId xmlns:p14="http://schemas.microsoft.com/office/powerpoint/2010/main" val="3459988511"/>
      </p:ext>
    </p:extLst>
  </p:cSld>
  <p:clrMap bg1="lt1" tx1="dk1" bg2="lt2" tx2="dk2" accent1="accent1" accent2="accent2" accent3="accent3" accent4="accent4" accent5="accent5" accent6="accent6" hlink="hlink" folHlink="folHlink"/>
  <p:sldLayoutIdLst>
    <p:sldLayoutId id="2147483901" r:id="rId1"/>
    <p:sldLayoutId id="2147483902" r:id="rId2"/>
  </p:sldLayoutIdLst>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B060402020202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B060402020202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B060402020202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467" y="6356939"/>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endParaRPr lang="en-US" sz="900" b="0" kern="1200" baseline="0" dirty="0">
              <a:solidFill>
                <a:srgbClr val="1D1D1B"/>
              </a:solidFill>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131" y="6402806"/>
            <a:ext cx="499729" cy="138499"/>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0" y="2625389"/>
            <a:ext cx="1967973" cy="4233515"/>
            <a:chOff x="5343885" y="-48857"/>
            <a:chExt cx="327131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0/0/0</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extLst>
      <p:ext uri="{BB962C8B-B14F-4D97-AF65-F5344CB8AC3E}">
        <p14:creationId xmlns:p14="http://schemas.microsoft.com/office/powerpoint/2010/main" val="384625212"/>
      </p:ext>
    </p:extLst>
  </p:cSld>
  <p:clrMap bg1="lt1" tx1="dk1" bg2="lt2" tx2="dk2" accent1="accent1" accent2="accent2" accent3="accent3" accent4="accent4" accent5="accent5" accent6="accent6" hlink="hlink" folHlink="folHlink"/>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9963222"/>
      </p:ext>
    </p:extLst>
  </p:cSld>
  <p:clrMap bg1="lt1" tx1="dk1" bg2="lt2" tx2="dk2" accent1="accent1" accent2="accent2" accent3="accent3" accent4="accent4" accent5="accent5" accent6="accent6" hlink="hlink" folHlink="folHlink"/>
  <p:sldLayoutIdLst>
    <p:sldLayoutId id="2147483907" r:id="rId1"/>
    <p:sldLayoutId id="2147483909" r:id="rId2"/>
    <p:sldLayoutId id="2147483910" r:id="rId3"/>
  </p:sldLayoutIdLst>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68" y="6356941"/>
            <a:ext cx="1463467" cy="246221"/>
          </a:xfrm>
          <a:prstGeom prst="rect">
            <a:avLst/>
          </a:prstGeom>
          <a:noFill/>
        </p:spPr>
        <p:txBody>
          <a:bodyPr wrap="square" rtlCol="0">
            <a:spAutoFit/>
          </a:bodyPr>
          <a:lstStyle/>
          <a:p>
            <a:r>
              <a:rPr lang="en-US" sz="1000" dirty="0">
                <a:solidFill>
                  <a:srgbClr val="1D1D1B"/>
                </a:solidFill>
                <a:latin typeface="Arial" panose="020B0604020202020204" pitchFamily="34" charset="0"/>
                <a:cs typeface="Arial" panose="020B0604020202020204" pitchFamily="34" charset="0"/>
              </a:rPr>
              <a:t>Huawei Confidential</a:t>
            </a:r>
          </a:p>
        </p:txBody>
      </p:sp>
      <p:sp>
        <p:nvSpPr>
          <p:cNvPr id="4" name="TextBox 3"/>
          <p:cNvSpPr txBox="1"/>
          <p:nvPr userDrawn="1"/>
        </p:nvSpPr>
        <p:spPr>
          <a:xfrm>
            <a:off x="734132" y="6402806"/>
            <a:ext cx="499729" cy="150296"/>
          </a:xfrm>
          <a:prstGeom prst="rect">
            <a:avLst/>
          </a:prstGeom>
          <a:noFill/>
        </p:spPr>
        <p:txBody>
          <a:bodyPr wrap="square" lIns="0" tIns="0" rIns="0" bIns="0" rtlCol="0">
            <a:spAutoFit/>
          </a:bodyPr>
          <a:lstStyle/>
          <a:p>
            <a:pPr defTabSz="890270">
              <a:defRPr/>
            </a:pPr>
            <a:fld id="{C3837181-38C6-AD4F-B8BA-B444770388BB}" type="slidenum">
              <a:rPr lang="en-US" sz="975" smtClean="0">
                <a:solidFill>
                  <a:srgbClr val="1D1D1B"/>
                </a:solidFill>
                <a:latin typeface="Arial" panose="020B0604020202020204" pitchFamily="34" charset="0"/>
                <a:cs typeface="Arial" panose="020B0604020202020204" pitchFamily="34" charset="0"/>
              </a:rPr>
              <a:pPr defTabSz="890270">
                <a:defRPr/>
              </a:pPr>
              <a:t>‹#›</a:t>
            </a:fld>
            <a:endParaRPr lang="en-US" sz="975" dirty="0">
              <a:solidFill>
                <a:srgbClr val="1D1D1B"/>
              </a:solidFill>
              <a:latin typeface="Arial" panose="020B0604020202020204" pitchFamily="34" charset="0"/>
              <a:cs typeface="Arial" panose="020B0604020202020204" pitchFamily="34" charset="0"/>
            </a:endParaRPr>
          </a:p>
        </p:txBody>
      </p:sp>
      <p:grpSp>
        <p:nvGrpSpPr>
          <p:cNvPr id="25" name="组合 24"/>
          <p:cNvGrpSpPr/>
          <p:nvPr userDrawn="1"/>
        </p:nvGrpSpPr>
        <p:grpSpPr>
          <a:xfrm>
            <a:off x="12216278" y="2931937"/>
            <a:ext cx="1982916" cy="3934682"/>
            <a:chOff x="12216278" y="2262477"/>
            <a:chExt cx="1982916" cy="4604143"/>
          </a:xfrm>
        </p:grpSpPr>
        <p:grpSp>
          <p:nvGrpSpPr>
            <p:cNvPr id="26" name="组合 25"/>
            <p:cNvGrpSpPr/>
            <p:nvPr userDrawn="1"/>
          </p:nvGrpSpPr>
          <p:grpSpPr>
            <a:xfrm>
              <a:off x="12315635" y="2262477"/>
              <a:ext cx="1883559" cy="692624"/>
              <a:chOff x="12315635" y="2207613"/>
              <a:chExt cx="1883559" cy="692624"/>
            </a:xfrm>
          </p:grpSpPr>
          <p:sp>
            <p:nvSpPr>
              <p:cNvPr id="44" name="矩形 5"/>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P</a:t>
                </a:r>
                <a:r>
                  <a:rPr kumimoji="1" lang="en-US" altLang="en-US" sz="700" b="1" dirty="0">
                    <a:solidFill>
                      <a:srgbClr val="FFFFFF"/>
                    </a:solidFill>
                    <a:latin typeface="Arial" panose="020B0604020202020204" pitchFamily="34" charset="0"/>
                    <a:ea typeface="Arial" panose="020B0604020202020204" pitchFamily="34" charset="0"/>
                    <a:cs typeface="Arial" panose="020B0604020202020204" pitchFamily="34" charset="0"/>
                  </a:rPr>
                  <a:t>ANTONE</a:t>
                </a: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 186C</a:t>
                </a:r>
              </a:p>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200/16/46</a:t>
                </a:r>
              </a:p>
            </p:txBody>
          </p:sp>
          <p:sp>
            <p:nvSpPr>
              <p:cNvPr id="45" name="矩形 9"/>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P</a:t>
                </a:r>
                <a:r>
                  <a:rPr kumimoji="1" lang="en-US" altLang="en-US" sz="700" b="1" dirty="0">
                    <a:solidFill>
                      <a:srgbClr val="FFFFFF"/>
                    </a:solidFill>
                    <a:latin typeface="Arial" panose="020B0604020202020204" pitchFamily="34" charset="0"/>
                    <a:ea typeface="Arial" panose="020B0604020202020204" pitchFamily="34" charset="0"/>
                    <a:cs typeface="Arial" panose="020B0604020202020204" pitchFamily="34" charset="0"/>
                  </a:rPr>
                  <a:t>ANTONE</a:t>
                </a: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 185C</a:t>
                </a:r>
              </a:p>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199/0/11</a:t>
                </a:r>
              </a:p>
            </p:txBody>
          </p:sp>
          <p:sp>
            <p:nvSpPr>
              <p:cNvPr id="46" name="文本框 31"/>
              <p:cNvSpPr txBox="1"/>
              <p:nvPr userDrawn="1"/>
            </p:nvSpPr>
            <p:spPr>
              <a:xfrm>
                <a:off x="12326898" y="2207613"/>
                <a:ext cx="384721" cy="180071"/>
              </a:xfrm>
              <a:prstGeom prst="rect">
                <a:avLst/>
              </a:prstGeom>
              <a:noFill/>
            </p:spPr>
            <p:txBody>
              <a:bodyPr wrap="none" lIns="0" tIns="0" rIns="0" bIns="0" rtlCol="0">
                <a:spAutoFit/>
              </a:bodyPr>
              <a:lstStyle/>
              <a:p>
                <a:pPr algn="ctr"/>
                <a:r>
                  <a:rPr kumimoji="1" lang="zh-CN" altLang="en-US" sz="1000" dirty="0">
                    <a:solidFill>
                      <a:srgbClr val="1D1D1A"/>
                    </a:solidFill>
                    <a:latin typeface="微软雅黑" panose="020B0503020204020204" pitchFamily="34" charset="-122"/>
                    <a:ea typeface="微软雅黑" panose="020B0503020204020204" pitchFamily="34" charset="-122"/>
                  </a:rPr>
                  <a:t>品牌色</a:t>
                </a:r>
              </a:p>
            </p:txBody>
          </p:sp>
        </p:grpSp>
        <p:grpSp>
          <p:nvGrpSpPr>
            <p:cNvPr id="27" name="组合 26"/>
            <p:cNvGrpSpPr/>
            <p:nvPr userDrawn="1"/>
          </p:nvGrpSpPr>
          <p:grpSpPr>
            <a:xfrm>
              <a:off x="12216278" y="3054642"/>
              <a:ext cx="1982912" cy="3811978"/>
              <a:chOff x="12216278" y="3054642"/>
              <a:chExt cx="1982912" cy="3811978"/>
            </a:xfrm>
          </p:grpSpPr>
          <p:sp>
            <p:nvSpPr>
              <p:cNvPr id="28" name="矩形 12"/>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234/90/79</a:t>
                </a:r>
              </a:p>
            </p:txBody>
          </p:sp>
          <p:sp>
            <p:nvSpPr>
              <p:cNvPr id="29" name="矩形 13"/>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120/0/15</a:t>
                </a:r>
              </a:p>
            </p:txBody>
          </p:sp>
          <p:sp>
            <p:nvSpPr>
              <p:cNvPr id="30" name="文本框 15"/>
              <p:cNvSpPr txBox="1"/>
              <p:nvPr userDrawn="1"/>
            </p:nvSpPr>
            <p:spPr>
              <a:xfrm>
                <a:off x="12216278" y="3054642"/>
                <a:ext cx="569387" cy="180071"/>
              </a:xfrm>
              <a:prstGeom prst="rect">
                <a:avLst/>
              </a:prstGeom>
              <a:noFill/>
            </p:spPr>
            <p:txBody>
              <a:bodyPr wrap="square" lIns="0" tIns="0" rIns="0" bIns="0" rtlCol="0" anchor="b" anchorCtr="0">
                <a:spAutoFit/>
              </a:bodyPr>
              <a:lstStyle/>
              <a:p>
                <a:pPr algn="ctr"/>
                <a:r>
                  <a:rPr kumimoji="1" lang="zh-CN" altLang="en-US" sz="1000" dirty="0">
                    <a:solidFill>
                      <a:srgbClr val="1D1D1A"/>
                    </a:solidFill>
                    <a:latin typeface="微软雅黑" panose="020B0503020204020204" pitchFamily="34" charset="-122"/>
                    <a:ea typeface="微软雅黑" panose="020B0503020204020204" pitchFamily="34" charset="-122"/>
                  </a:rPr>
                  <a:t>辅助色</a:t>
                </a:r>
              </a:p>
            </p:txBody>
          </p:sp>
          <p:sp>
            <p:nvSpPr>
              <p:cNvPr id="31" name="矩形 16"/>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248/181/60</a:t>
                </a:r>
              </a:p>
            </p:txBody>
          </p:sp>
          <p:sp>
            <p:nvSpPr>
              <p:cNvPr id="32" name="矩形 17"/>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235/92/1</a:t>
                </a:r>
              </a:p>
            </p:txBody>
          </p:sp>
          <p:sp>
            <p:nvSpPr>
              <p:cNvPr id="33" name="矩形 18"/>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137/137/137</a:t>
                </a:r>
              </a:p>
            </p:txBody>
          </p:sp>
          <p:sp>
            <p:nvSpPr>
              <p:cNvPr id="34" name="矩形 19"/>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35/24/21</a:t>
                </a:r>
              </a:p>
            </p:txBody>
          </p:sp>
          <p:sp>
            <p:nvSpPr>
              <p:cNvPr id="35" name="矩形 22"/>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666666"/>
                    </a:solidFill>
                    <a:latin typeface="Arial" panose="020B0604020202020204" pitchFamily="34" charset="0"/>
                    <a:ea typeface="Arial" panose="020B0604020202020204" pitchFamily="34" charset="0"/>
                    <a:cs typeface="Arial" panose="020B0604020202020204" pitchFamily="34" charset="0"/>
                  </a:rPr>
                  <a:t>RGB 221/221/221</a:t>
                </a:r>
              </a:p>
            </p:txBody>
          </p:sp>
          <p:sp>
            <p:nvSpPr>
              <p:cNvPr id="36" name="矩形 12"/>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233/140/128</a:t>
                </a:r>
              </a:p>
            </p:txBody>
          </p:sp>
          <p:sp>
            <p:nvSpPr>
              <p:cNvPr id="37" name="矩形 13"/>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159/0/1</a:t>
                </a:r>
              </a:p>
            </p:txBody>
          </p:sp>
          <p:sp>
            <p:nvSpPr>
              <p:cNvPr id="38" name="矩形 16"/>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666666"/>
                    </a:solidFill>
                    <a:latin typeface="Arial" panose="020B0604020202020204" pitchFamily="34" charset="0"/>
                    <a:ea typeface="Arial" panose="020B0604020202020204" pitchFamily="34" charset="0"/>
                    <a:cs typeface="Arial" panose="020B0604020202020204" pitchFamily="34" charset="0"/>
                  </a:rPr>
                  <a:t>RGB 245/220/87</a:t>
                </a:r>
              </a:p>
            </p:txBody>
          </p:sp>
          <p:sp>
            <p:nvSpPr>
              <p:cNvPr id="39" name="矩形 17"/>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240/133/0</a:t>
                </a:r>
              </a:p>
            </p:txBody>
          </p:sp>
          <p:sp>
            <p:nvSpPr>
              <p:cNvPr id="40" name="矩形 18"/>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181/181/181</a:t>
                </a:r>
              </a:p>
            </p:txBody>
          </p:sp>
          <p:sp>
            <p:nvSpPr>
              <p:cNvPr id="42" name="矩形 19"/>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89/87/87</a:t>
                </a:r>
              </a:p>
            </p:txBody>
          </p:sp>
          <p:sp>
            <p:nvSpPr>
              <p:cNvPr id="43" name="矩形 22"/>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666666"/>
                    </a:solidFill>
                    <a:latin typeface="Arial" panose="020B0604020202020204" pitchFamily="34" charset="0"/>
                    <a:ea typeface="Arial" panose="020B0604020202020204" pitchFamily="34" charset="0"/>
                    <a:cs typeface="Arial" panose="020B0604020202020204" pitchFamily="34" charset="0"/>
                  </a:rPr>
                  <a:t>RGB 255/255/255</a:t>
                </a:r>
              </a:p>
            </p:txBody>
          </p:sp>
        </p:grpSp>
      </p:grpSp>
      <p:pic>
        <p:nvPicPr>
          <p:cNvPr id="2" name="图片 1"/>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10195999" y="6321130"/>
            <a:ext cx="1269075" cy="277546"/>
          </a:xfrm>
          <a:prstGeom prst="rect">
            <a:avLst/>
          </a:prstGeom>
        </p:spPr>
      </p:pic>
    </p:spTree>
    <p:extLst>
      <p:ext uri="{BB962C8B-B14F-4D97-AF65-F5344CB8AC3E}">
        <p14:creationId xmlns:p14="http://schemas.microsoft.com/office/powerpoint/2010/main" val="3446714655"/>
      </p:ext>
    </p:extLst>
  </p:cSld>
  <p:clrMap bg1="lt1" tx1="dk1" bg2="lt2" tx2="dk2" accent1="accent1" accent2="accent2" accent3="accent3" accent4="accent4" accent5="accent5" accent6="accent6" hlink="hlink" folHlink="folHlink"/>
  <p:sldLayoutIdLst>
    <p:sldLayoutId id="2147483912" r:id="rId1"/>
    <p:sldLayoutId id="2147483913" r:id="rId2"/>
    <p:sldLayoutId id="2147483914" r:id="rId3"/>
    <p:sldLayoutId id="2147483915" r:id="rId4"/>
    <p:sldLayoutId id="2147483916" r:id="rId5"/>
    <p:sldLayoutId id="2147483917" r:id="rId6"/>
    <p:sldLayoutId id="2147483918" r:id="rId7"/>
    <p:sldLayoutId id="2147483919" r:id="rId8"/>
    <p:sldLayoutId id="2147483920" r:id="rId9"/>
    <p:sldLayoutId id="2147483921" r:id="rId10"/>
    <p:sldLayoutId id="2147483922" r:id="rId11"/>
    <p:sldLayoutId id="2147483923" r:id="rId12"/>
    <p:sldLayoutId id="2147483925" r:id="rId13"/>
    <p:sldLayoutId id="2147483926" r:id="rId14"/>
    <p:sldLayoutId id="2147483927" r:id="rId15"/>
    <p:sldLayoutId id="2147483928" r:id="rId16"/>
    <p:sldLayoutId id="2147483929" r:id="rId17"/>
    <p:sldLayoutId id="2147483930" r:id="rId18"/>
    <p:sldLayoutId id="2147483931" r:id="rId19"/>
    <p:sldLayoutId id="2147483932" r:id="rId20"/>
  </p:sldLayoutIdLst>
  <p:hf hdr="0" ftr="0" dt="0"/>
  <p:txStyles>
    <p:titleStyle>
      <a:lvl1pPr algn="l" defTabSz="1187450"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6545" indent="-296545" algn="l" defTabSz="1187450" rtl="0" eaLnBrk="1" latinLnBrk="0" hangingPunct="1">
        <a:lnSpc>
          <a:spcPct val="90000"/>
        </a:lnSpc>
        <a:spcBef>
          <a:spcPts val="1300"/>
        </a:spcBef>
        <a:buFont typeface="Arial" panose="020B0604020202020204" pitchFamily="34" charset="0"/>
        <a:buChar char="•"/>
        <a:defRPr sz="3635" kern="1200">
          <a:solidFill>
            <a:schemeClr val="tx1"/>
          </a:solidFill>
          <a:latin typeface="+mn-lt"/>
          <a:ea typeface="+mn-ea"/>
          <a:cs typeface="+mn-cs"/>
        </a:defRPr>
      </a:lvl1pPr>
      <a:lvl2pPr marL="890270" indent="-296545" algn="l" defTabSz="1187450" rtl="0" eaLnBrk="1" latinLnBrk="0" hangingPunct="1">
        <a:lnSpc>
          <a:spcPct val="90000"/>
        </a:lnSpc>
        <a:spcBef>
          <a:spcPts val="650"/>
        </a:spcBef>
        <a:buFont typeface="Arial" panose="020B0604020202020204" pitchFamily="34" charset="0"/>
        <a:buChar char="•"/>
        <a:defRPr sz="3115" kern="1200">
          <a:solidFill>
            <a:schemeClr val="tx1"/>
          </a:solidFill>
          <a:latin typeface="+mn-lt"/>
          <a:ea typeface="+mn-ea"/>
          <a:cs typeface="+mn-cs"/>
        </a:defRPr>
      </a:lvl2pPr>
      <a:lvl3pPr marL="1483995" indent="-296545" algn="l" defTabSz="1187450" rtl="0" eaLnBrk="1" latinLnBrk="0" hangingPunct="1">
        <a:lnSpc>
          <a:spcPct val="90000"/>
        </a:lnSpc>
        <a:spcBef>
          <a:spcPts val="650"/>
        </a:spcBef>
        <a:buFont typeface="Arial" panose="020B0604020202020204" pitchFamily="34" charset="0"/>
        <a:buChar char="•"/>
        <a:defRPr sz="2595" kern="1200">
          <a:solidFill>
            <a:schemeClr val="tx1"/>
          </a:solidFill>
          <a:latin typeface="+mn-lt"/>
          <a:ea typeface="+mn-ea"/>
          <a:cs typeface="+mn-cs"/>
        </a:defRPr>
      </a:lvl3pPr>
      <a:lvl4pPr marL="207772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4pPr>
      <a:lvl5pPr marL="267144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5pPr>
      <a:lvl6pPr marL="326517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6pPr>
      <a:lvl7pPr marL="385889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7pPr>
      <a:lvl8pPr marL="445262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8pPr>
      <a:lvl9pPr marL="504634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9pPr>
    </p:bodyStyle>
    <p:otherStyle>
      <a:defPPr>
        <a:defRPr lang="en-US"/>
      </a:defPPr>
      <a:lvl1pPr marL="0" algn="l" defTabSz="1187450" rtl="0" eaLnBrk="1" latinLnBrk="0" hangingPunct="1">
        <a:defRPr sz="2335" kern="1200">
          <a:solidFill>
            <a:schemeClr val="tx1"/>
          </a:solidFill>
          <a:latin typeface="+mn-lt"/>
          <a:ea typeface="+mn-ea"/>
          <a:cs typeface="+mn-cs"/>
        </a:defRPr>
      </a:lvl1pPr>
      <a:lvl2pPr marL="593725" algn="l" defTabSz="1187450" rtl="0" eaLnBrk="1" latinLnBrk="0" hangingPunct="1">
        <a:defRPr sz="2335" kern="1200">
          <a:solidFill>
            <a:schemeClr val="tx1"/>
          </a:solidFill>
          <a:latin typeface="+mn-lt"/>
          <a:ea typeface="+mn-ea"/>
          <a:cs typeface="+mn-cs"/>
        </a:defRPr>
      </a:lvl2pPr>
      <a:lvl3pPr marL="1187450" algn="l" defTabSz="1187450" rtl="0" eaLnBrk="1" latinLnBrk="0" hangingPunct="1">
        <a:defRPr sz="2335" kern="1200">
          <a:solidFill>
            <a:schemeClr val="tx1"/>
          </a:solidFill>
          <a:latin typeface="+mn-lt"/>
          <a:ea typeface="+mn-ea"/>
          <a:cs typeface="+mn-cs"/>
        </a:defRPr>
      </a:lvl3pPr>
      <a:lvl4pPr marL="1781175" algn="l" defTabSz="1187450" rtl="0" eaLnBrk="1" latinLnBrk="0" hangingPunct="1">
        <a:defRPr sz="2335" kern="1200">
          <a:solidFill>
            <a:schemeClr val="tx1"/>
          </a:solidFill>
          <a:latin typeface="+mn-lt"/>
          <a:ea typeface="+mn-ea"/>
          <a:cs typeface="+mn-cs"/>
        </a:defRPr>
      </a:lvl4pPr>
      <a:lvl5pPr marL="2374900" algn="l" defTabSz="1187450" rtl="0" eaLnBrk="1" latinLnBrk="0" hangingPunct="1">
        <a:defRPr sz="2335" kern="1200">
          <a:solidFill>
            <a:schemeClr val="tx1"/>
          </a:solidFill>
          <a:latin typeface="+mn-lt"/>
          <a:ea typeface="+mn-ea"/>
          <a:cs typeface="+mn-cs"/>
        </a:defRPr>
      </a:lvl5pPr>
      <a:lvl6pPr marL="2968625" algn="l" defTabSz="1187450" rtl="0" eaLnBrk="1" latinLnBrk="0" hangingPunct="1">
        <a:defRPr sz="2335" kern="1200">
          <a:solidFill>
            <a:schemeClr val="tx1"/>
          </a:solidFill>
          <a:latin typeface="+mn-lt"/>
          <a:ea typeface="+mn-ea"/>
          <a:cs typeface="+mn-cs"/>
        </a:defRPr>
      </a:lvl6pPr>
      <a:lvl7pPr marL="3561715" algn="l" defTabSz="1187450" rtl="0" eaLnBrk="1" latinLnBrk="0" hangingPunct="1">
        <a:defRPr sz="2335" kern="1200">
          <a:solidFill>
            <a:schemeClr val="tx1"/>
          </a:solidFill>
          <a:latin typeface="+mn-lt"/>
          <a:ea typeface="+mn-ea"/>
          <a:cs typeface="+mn-cs"/>
        </a:defRPr>
      </a:lvl7pPr>
      <a:lvl8pPr marL="4155440" algn="l" defTabSz="1187450" rtl="0" eaLnBrk="1" latinLnBrk="0" hangingPunct="1">
        <a:defRPr sz="2335" kern="1200">
          <a:solidFill>
            <a:schemeClr val="tx1"/>
          </a:solidFill>
          <a:latin typeface="+mn-lt"/>
          <a:ea typeface="+mn-ea"/>
          <a:cs typeface="+mn-cs"/>
        </a:defRPr>
      </a:lvl8pPr>
      <a:lvl9pPr marL="4749165" algn="l" defTabSz="1187450" rtl="0" eaLnBrk="1" latinLnBrk="0" hangingPunct="1">
        <a:defRPr sz="233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a:extLst>
              <a:ext uri="{FF2B5EF4-FFF2-40B4-BE49-F238E27FC236}">
                <a16:creationId xmlns:a16="http://schemas.microsoft.com/office/drawing/2014/main" id="{E04FA4FE-24E0-B909-E4C3-E39B762F2686}"/>
              </a:ext>
            </a:extLst>
          </p:cNvPr>
          <p:cNvGrpSpPr/>
          <p:nvPr/>
        </p:nvGrpSpPr>
        <p:grpSpPr>
          <a:xfrm>
            <a:off x="489218" y="1474088"/>
            <a:ext cx="3810324" cy="3864278"/>
            <a:chOff x="257822" y="1430283"/>
            <a:chExt cx="7162236" cy="3129798"/>
          </a:xfrm>
          <a:solidFill>
            <a:srgbClr val="FFFFFF"/>
          </a:solidFill>
        </p:grpSpPr>
        <p:sp>
          <p:nvSpPr>
            <p:cNvPr id="38" name="矩形 37">
              <a:extLst>
                <a:ext uri="{FF2B5EF4-FFF2-40B4-BE49-F238E27FC236}">
                  <a16:creationId xmlns:a16="http://schemas.microsoft.com/office/drawing/2014/main" id="{40D4CD1E-4301-BCD3-221E-1CF328EE95D5}"/>
                </a:ext>
              </a:extLst>
            </p:cNvPr>
            <p:cNvSpPr/>
            <p:nvPr/>
          </p:nvSpPr>
          <p:spPr>
            <a:xfrm>
              <a:off x="275739" y="1431866"/>
              <a:ext cx="7139667" cy="3125236"/>
            </a:xfrm>
            <a:prstGeom prst="rect">
              <a:avLst/>
            </a:prstGeom>
            <a:grpFill/>
            <a:ln w="22225" cap="flat" cmpd="sng" algn="ctr">
              <a:solidFill>
                <a:srgbClr val="DDDDDD"/>
              </a:solidFill>
              <a:prstDash val="solid"/>
              <a:miter lim="800000"/>
            </a:ln>
            <a:effectLst/>
          </p:spPr>
          <p:txBody>
            <a:bodyPr rot="0" spcFirstLastPara="0" vertOverflow="overflow" horzOverflow="overflow" vert="horz" wrap="square" lIns="91368" tIns="45684" rIns="91368" bIns="45684" numCol="1" spcCol="0" rtlCol="0" fromWordArt="0" anchor="ctr" anchorCtr="0" forceAA="0" compatLnSpc="1">
              <a:noAutofit/>
            </a:bodyPr>
            <a:lstStyle/>
            <a:p>
              <a:pPr algn="ctr" defTabSz="913130">
                <a:defRPr/>
              </a:pPr>
              <a:endParaRPr lang="en-US" altLang="zh-CN" sz="1600" kern="0" dirty="0">
                <a:solidFill>
                  <a:srgbClr val="666666"/>
                </a:solidFill>
                <a:latin typeface="微软雅黑" panose="020B0503020204020204" pitchFamily="34" charset="-122"/>
                <a:ea typeface="微软雅黑" panose="020B0503020204020204" pitchFamily="34" charset="-122"/>
              </a:endParaRPr>
            </a:p>
          </p:txBody>
        </p:sp>
        <p:cxnSp>
          <p:nvCxnSpPr>
            <p:cNvPr id="39" name="直接连接符 38">
              <a:extLst>
                <a:ext uri="{FF2B5EF4-FFF2-40B4-BE49-F238E27FC236}">
                  <a16:creationId xmlns:a16="http://schemas.microsoft.com/office/drawing/2014/main" id="{40BEE9C7-C36B-A914-F9E6-5992EFDA8930}"/>
                </a:ext>
              </a:extLst>
            </p:cNvPr>
            <p:cNvCxnSpPr/>
            <p:nvPr/>
          </p:nvCxnSpPr>
          <p:spPr>
            <a:xfrm>
              <a:off x="275739" y="1431866"/>
              <a:ext cx="292459" cy="0"/>
            </a:xfrm>
            <a:prstGeom prst="line">
              <a:avLst/>
            </a:prstGeom>
            <a:grpFill/>
            <a:ln w="22225" cap="flat" cmpd="sng" algn="ctr">
              <a:solidFill>
                <a:srgbClr val="C00000"/>
              </a:solidFill>
              <a:prstDash val="solid"/>
              <a:miter lim="800000"/>
            </a:ln>
            <a:effectLst/>
          </p:spPr>
        </p:cxnSp>
        <p:cxnSp>
          <p:nvCxnSpPr>
            <p:cNvPr id="40" name="直接连接符 39">
              <a:extLst>
                <a:ext uri="{FF2B5EF4-FFF2-40B4-BE49-F238E27FC236}">
                  <a16:creationId xmlns:a16="http://schemas.microsoft.com/office/drawing/2014/main" id="{681C9307-141E-6544-9505-7B249946113A}"/>
                </a:ext>
              </a:extLst>
            </p:cNvPr>
            <p:cNvCxnSpPr/>
            <p:nvPr/>
          </p:nvCxnSpPr>
          <p:spPr>
            <a:xfrm>
              <a:off x="257822" y="4560081"/>
              <a:ext cx="292459" cy="0"/>
            </a:xfrm>
            <a:prstGeom prst="line">
              <a:avLst/>
            </a:prstGeom>
            <a:grpFill/>
            <a:ln w="22225" cap="flat" cmpd="sng" algn="ctr">
              <a:solidFill>
                <a:srgbClr val="C00000"/>
              </a:solidFill>
              <a:prstDash val="solid"/>
              <a:miter lim="800000"/>
            </a:ln>
            <a:effectLst/>
          </p:spPr>
        </p:cxnSp>
        <p:cxnSp>
          <p:nvCxnSpPr>
            <p:cNvPr id="41" name="直接连接符 40">
              <a:extLst>
                <a:ext uri="{FF2B5EF4-FFF2-40B4-BE49-F238E27FC236}">
                  <a16:creationId xmlns:a16="http://schemas.microsoft.com/office/drawing/2014/main" id="{F9E497D3-F61D-6E1F-A4BE-48FBE0D4330C}"/>
                </a:ext>
              </a:extLst>
            </p:cNvPr>
            <p:cNvCxnSpPr/>
            <p:nvPr/>
          </p:nvCxnSpPr>
          <p:spPr>
            <a:xfrm>
              <a:off x="7122947" y="1431866"/>
              <a:ext cx="292459" cy="0"/>
            </a:xfrm>
            <a:prstGeom prst="line">
              <a:avLst/>
            </a:prstGeom>
            <a:grpFill/>
            <a:ln w="22225" cap="flat" cmpd="sng" algn="ctr">
              <a:solidFill>
                <a:srgbClr val="C00000"/>
              </a:solidFill>
              <a:prstDash val="solid"/>
              <a:miter lim="800000"/>
            </a:ln>
            <a:effectLst/>
          </p:spPr>
        </p:cxnSp>
        <p:cxnSp>
          <p:nvCxnSpPr>
            <p:cNvPr id="42" name="直接连接符 41">
              <a:extLst>
                <a:ext uri="{FF2B5EF4-FFF2-40B4-BE49-F238E27FC236}">
                  <a16:creationId xmlns:a16="http://schemas.microsoft.com/office/drawing/2014/main" id="{17F67B42-CCFC-C76D-7609-C54F94660487}"/>
                </a:ext>
              </a:extLst>
            </p:cNvPr>
            <p:cNvCxnSpPr/>
            <p:nvPr/>
          </p:nvCxnSpPr>
          <p:spPr>
            <a:xfrm flipH="1">
              <a:off x="7413633" y="1430283"/>
              <a:ext cx="1" cy="481262"/>
            </a:xfrm>
            <a:prstGeom prst="line">
              <a:avLst/>
            </a:prstGeom>
            <a:grpFill/>
            <a:ln w="22225" cap="flat" cmpd="sng" algn="ctr">
              <a:solidFill>
                <a:srgbClr val="C00000"/>
              </a:solidFill>
              <a:prstDash val="solid"/>
              <a:miter lim="800000"/>
            </a:ln>
            <a:effectLst/>
          </p:spPr>
        </p:cxnSp>
        <p:cxnSp>
          <p:nvCxnSpPr>
            <p:cNvPr id="43" name="直接连接符 42">
              <a:extLst>
                <a:ext uri="{FF2B5EF4-FFF2-40B4-BE49-F238E27FC236}">
                  <a16:creationId xmlns:a16="http://schemas.microsoft.com/office/drawing/2014/main" id="{EC5BBD4C-3791-E2DF-AFBB-69EC189D28F4}"/>
                </a:ext>
              </a:extLst>
            </p:cNvPr>
            <p:cNvCxnSpPr/>
            <p:nvPr/>
          </p:nvCxnSpPr>
          <p:spPr>
            <a:xfrm flipH="1">
              <a:off x="275739" y="1430284"/>
              <a:ext cx="1001" cy="481262"/>
            </a:xfrm>
            <a:prstGeom prst="line">
              <a:avLst/>
            </a:prstGeom>
            <a:grpFill/>
            <a:ln w="22225" cap="flat" cmpd="sng" algn="ctr">
              <a:solidFill>
                <a:srgbClr val="C00000"/>
              </a:solidFill>
              <a:prstDash val="solid"/>
              <a:miter lim="800000"/>
            </a:ln>
            <a:effectLst/>
          </p:spPr>
        </p:cxnSp>
        <p:cxnSp>
          <p:nvCxnSpPr>
            <p:cNvPr id="44" name="直接连接符 43">
              <a:extLst>
                <a:ext uri="{FF2B5EF4-FFF2-40B4-BE49-F238E27FC236}">
                  <a16:creationId xmlns:a16="http://schemas.microsoft.com/office/drawing/2014/main" id="{C5D89A70-7BC8-C784-7126-066A323A59B5}"/>
                </a:ext>
              </a:extLst>
            </p:cNvPr>
            <p:cNvCxnSpPr/>
            <p:nvPr/>
          </p:nvCxnSpPr>
          <p:spPr>
            <a:xfrm flipH="1">
              <a:off x="269805" y="4074975"/>
              <a:ext cx="3" cy="481262"/>
            </a:xfrm>
            <a:prstGeom prst="line">
              <a:avLst/>
            </a:prstGeom>
            <a:grpFill/>
            <a:ln w="22225" cap="flat" cmpd="sng" algn="ctr">
              <a:solidFill>
                <a:srgbClr val="C00000"/>
              </a:solidFill>
              <a:prstDash val="solid"/>
              <a:miter lim="800000"/>
            </a:ln>
            <a:effectLst/>
          </p:spPr>
        </p:cxnSp>
        <p:cxnSp>
          <p:nvCxnSpPr>
            <p:cNvPr id="45" name="直接连接符 44">
              <a:extLst>
                <a:ext uri="{FF2B5EF4-FFF2-40B4-BE49-F238E27FC236}">
                  <a16:creationId xmlns:a16="http://schemas.microsoft.com/office/drawing/2014/main" id="{881D57AA-CDA7-B601-D1F7-35DFBB96C642}"/>
                </a:ext>
              </a:extLst>
            </p:cNvPr>
            <p:cNvCxnSpPr/>
            <p:nvPr/>
          </p:nvCxnSpPr>
          <p:spPr>
            <a:xfrm flipH="1">
              <a:off x="7420055" y="4075840"/>
              <a:ext cx="3" cy="481262"/>
            </a:xfrm>
            <a:prstGeom prst="line">
              <a:avLst/>
            </a:prstGeom>
            <a:grpFill/>
            <a:ln w="22225" cap="flat" cmpd="sng" algn="ctr">
              <a:solidFill>
                <a:srgbClr val="C00000"/>
              </a:solidFill>
              <a:prstDash val="solid"/>
              <a:miter lim="800000"/>
            </a:ln>
            <a:effectLst/>
          </p:spPr>
        </p:cxnSp>
        <p:cxnSp>
          <p:nvCxnSpPr>
            <p:cNvPr id="46" name="直接连接符 45">
              <a:extLst>
                <a:ext uri="{FF2B5EF4-FFF2-40B4-BE49-F238E27FC236}">
                  <a16:creationId xmlns:a16="http://schemas.microsoft.com/office/drawing/2014/main" id="{2E6D2135-9DEC-A48E-7925-9F4190D86E7B}"/>
                </a:ext>
              </a:extLst>
            </p:cNvPr>
            <p:cNvCxnSpPr/>
            <p:nvPr/>
          </p:nvCxnSpPr>
          <p:spPr>
            <a:xfrm>
              <a:off x="7127600" y="4556237"/>
              <a:ext cx="292458" cy="0"/>
            </a:xfrm>
            <a:prstGeom prst="line">
              <a:avLst/>
            </a:prstGeom>
            <a:grpFill/>
            <a:ln w="22225" cap="flat" cmpd="sng" algn="ctr">
              <a:solidFill>
                <a:srgbClr val="C00000"/>
              </a:solidFill>
              <a:prstDash val="solid"/>
              <a:miter lim="800000"/>
            </a:ln>
            <a:effectLst/>
          </p:spPr>
        </p:cxnSp>
      </p:grpSp>
      <p:sp>
        <p:nvSpPr>
          <p:cNvPr id="4" name="文本框 3">
            <a:extLst>
              <a:ext uri="{FF2B5EF4-FFF2-40B4-BE49-F238E27FC236}">
                <a16:creationId xmlns:a16="http://schemas.microsoft.com/office/drawing/2014/main" id="{E8B92B7E-6850-4E73-8B79-E2043380818D}"/>
              </a:ext>
            </a:extLst>
          </p:cNvPr>
          <p:cNvSpPr txBox="1"/>
          <p:nvPr/>
        </p:nvSpPr>
        <p:spPr>
          <a:xfrm>
            <a:off x="461960" y="85242"/>
            <a:ext cx="11527147" cy="307777"/>
          </a:xfrm>
          <a:prstGeom prst="rect">
            <a:avLst/>
          </a:prstGeom>
          <a:noFill/>
        </p:spPr>
        <p:txBody>
          <a:bodyPr wrap="square" lIns="0" tIns="0" rIns="0" bIns="0" rtlCol="0">
            <a:spAutoFit/>
          </a:bodyPr>
          <a:lstStyle/>
          <a:p>
            <a:r>
              <a:rPr kumimoji="1" lang="zh-CN" altLang="en-US" sz="2000" b="1" dirty="0">
                <a:solidFill>
                  <a:srgbClr val="C00000"/>
                </a:solidFill>
                <a:latin typeface="微软雅黑" panose="020B0503020204020204" pitchFamily="34" charset="-122"/>
                <a:ea typeface="微软雅黑" panose="020B0503020204020204" pitchFamily="34" charset="-122"/>
              </a:rPr>
              <a:t>昇腾推理</a:t>
            </a:r>
            <a:r>
              <a:rPr kumimoji="1" lang="en-US" altLang="zh-CN" sz="2000" b="1" dirty="0">
                <a:solidFill>
                  <a:srgbClr val="C00000"/>
                </a:solidFill>
                <a:latin typeface="微软雅黑" panose="020B0503020204020204" pitchFamily="34" charset="-122"/>
                <a:ea typeface="微软雅黑" panose="020B0503020204020204" pitchFamily="34" charset="-122"/>
              </a:rPr>
              <a:t>Agent</a:t>
            </a:r>
            <a:r>
              <a:rPr kumimoji="1" lang="zh-CN" altLang="en-US" sz="2000" b="1" dirty="0">
                <a:solidFill>
                  <a:srgbClr val="C00000"/>
                </a:solidFill>
                <a:latin typeface="微软雅黑" panose="020B0503020204020204" pitchFamily="34" charset="-122"/>
                <a:ea typeface="微软雅黑" panose="020B0503020204020204" pitchFamily="34" charset="-122"/>
              </a:rPr>
              <a:t>使能</a:t>
            </a:r>
            <a:r>
              <a:rPr kumimoji="1" lang="en-US" altLang="zh-CN" sz="2000" b="1">
                <a:solidFill>
                  <a:srgbClr val="C00000"/>
                </a:solidFill>
                <a:latin typeface="微软雅黑" panose="020B0503020204020204" pitchFamily="34" charset="-122"/>
                <a:ea typeface="微软雅黑" panose="020B0503020204020204" pitchFamily="34" charset="-122"/>
              </a:rPr>
              <a:t>AI Coding H2</a:t>
            </a:r>
            <a:r>
              <a:rPr kumimoji="1" lang="zh-CN" altLang="en-US" sz="2000" b="1">
                <a:solidFill>
                  <a:srgbClr val="C00000"/>
                </a:solidFill>
                <a:latin typeface="微软雅黑" panose="020B0503020204020204" pitchFamily="34" charset="-122"/>
                <a:ea typeface="微软雅黑" panose="020B0503020204020204" pitchFamily="34" charset="-122"/>
              </a:rPr>
              <a:t>目标：</a:t>
            </a:r>
            <a:r>
              <a:rPr kumimoji="1" lang="zh-CN" altLang="en-US" sz="2000" b="1" dirty="0">
                <a:solidFill>
                  <a:srgbClr val="C00000"/>
                </a:solidFill>
                <a:latin typeface="微软雅黑" panose="020B0503020204020204" pitchFamily="34" charset="-122"/>
                <a:ea typeface="微软雅黑" panose="020B0503020204020204" pitchFamily="34" charset="-122"/>
              </a:rPr>
              <a:t>围绕关键推理业务活动，全链路使能</a:t>
            </a:r>
            <a:r>
              <a:rPr kumimoji="1" lang="en-US" altLang="zh-CN" sz="2000" b="1" dirty="0">
                <a:solidFill>
                  <a:srgbClr val="C00000"/>
                </a:solidFill>
                <a:latin typeface="微软雅黑" panose="020B0503020204020204" pitchFamily="34" charset="-122"/>
                <a:ea typeface="微软雅黑" panose="020B0503020204020204" pitchFamily="34" charset="-122"/>
              </a:rPr>
              <a:t>Agent</a:t>
            </a:r>
            <a:r>
              <a:rPr kumimoji="1" lang="zh-CN" altLang="en-US" sz="2000" b="1" dirty="0">
                <a:solidFill>
                  <a:srgbClr val="C00000"/>
                </a:solidFill>
                <a:latin typeface="微软雅黑" panose="020B0503020204020204" pitchFamily="34" charset="-122"/>
                <a:ea typeface="微软雅黑" panose="020B0503020204020204" pitchFamily="34" charset="-122"/>
              </a:rPr>
              <a:t>提效</a:t>
            </a:r>
            <a:endParaRPr kumimoji="1" lang="en-US" altLang="zh-CN" sz="2400" b="1" dirty="0">
              <a:solidFill>
                <a:srgbClr val="C00000"/>
              </a:solidFill>
              <a:latin typeface="微软雅黑" panose="020B0503020204020204" pitchFamily="34" charset="-122"/>
              <a:ea typeface="微软雅黑" panose="020B0503020204020204" pitchFamily="34" charset="-122"/>
            </a:endParaRPr>
          </a:p>
        </p:txBody>
      </p:sp>
      <p:graphicFrame>
        <p:nvGraphicFramePr>
          <p:cNvPr id="562" name="表格 561">
            <a:extLst>
              <a:ext uri="{FF2B5EF4-FFF2-40B4-BE49-F238E27FC236}">
                <a16:creationId xmlns:a16="http://schemas.microsoft.com/office/drawing/2014/main" id="{58D89EE8-5EEB-4C1D-B589-45F7D8B7CF8A}"/>
              </a:ext>
            </a:extLst>
          </p:cNvPr>
          <p:cNvGraphicFramePr/>
          <p:nvPr/>
        </p:nvGraphicFramePr>
        <p:xfrm>
          <a:off x="490535" y="5427250"/>
          <a:ext cx="11283529" cy="882079"/>
        </p:xfrm>
        <a:graphic>
          <a:graphicData uri="http://schemas.openxmlformats.org/drawingml/2006/table">
            <a:tbl>
              <a:tblPr/>
              <a:tblGrid>
                <a:gridCol w="11283529">
                  <a:extLst>
                    <a:ext uri="{9D8B030D-6E8A-4147-A177-3AD203B41FA5}">
                      <a16:colId xmlns:a16="http://schemas.microsoft.com/office/drawing/2014/main" val="20001"/>
                    </a:ext>
                  </a:extLst>
                </a:gridCol>
              </a:tblGrid>
              <a:tr h="655312">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marL="319087" marR="0" lvl="0" indent="-228600" algn="l" defTabSz="913029" rtl="0" eaLnBrk="0" fontAlgn="base" latinLnBrk="0" hangingPunct="1">
                        <a:lnSpc>
                          <a:spcPct val="150000"/>
                        </a:lnSpc>
                        <a:spcBef>
                          <a:spcPct val="0"/>
                        </a:spcBef>
                        <a:spcAft>
                          <a:spcPct val="0"/>
                        </a:spcAft>
                        <a:buClrTx/>
                        <a:buSzTx/>
                        <a:buFont typeface="Arial" panose="020B0604020202020204" pitchFamily="34" charset="0"/>
                        <a:buChar char="•"/>
                        <a:tabLst/>
                        <a:defRPr/>
                      </a:pPr>
                      <a:r>
                        <a:rPr lang="zh-CN" altLang="en-US" sz="1200" b="1" dirty="0">
                          <a:latin typeface="+mn-ea"/>
                          <a:ea typeface="+mn-ea"/>
                        </a:rPr>
                        <a:t>能做：</a:t>
                      </a:r>
                      <a:r>
                        <a:rPr lang="zh-CN" altLang="en-US" sz="1200" b="0" dirty="0">
                          <a:latin typeface="+mn-ea"/>
                          <a:ea typeface="+mn-ea"/>
                        </a:rPr>
                        <a:t>单一</a:t>
                      </a:r>
                      <a:r>
                        <a:rPr lang="en-US" altLang="zh-CN" sz="1200" b="0" dirty="0">
                          <a:latin typeface="+mn-ea"/>
                          <a:ea typeface="+mn-ea"/>
                        </a:rPr>
                        <a:t>/</a:t>
                      </a:r>
                      <a:r>
                        <a:rPr lang="zh-CN" altLang="en-US" sz="1200" b="0" dirty="0">
                          <a:latin typeface="+mn-ea"/>
                          <a:ea typeface="+mn-ea"/>
                        </a:rPr>
                        <a:t>重复率高的场景，确定性较高，有明确的意图</a:t>
                      </a:r>
                      <a:r>
                        <a:rPr lang="en-US" altLang="zh-CN" sz="1200" b="0" dirty="0">
                          <a:latin typeface="+mn-ea"/>
                          <a:ea typeface="+mn-ea"/>
                        </a:rPr>
                        <a:t>/</a:t>
                      </a:r>
                      <a:r>
                        <a:rPr lang="zh-CN" altLang="en-US" sz="1200" b="0" dirty="0">
                          <a:latin typeface="+mn-ea"/>
                          <a:ea typeface="+mn-ea"/>
                        </a:rPr>
                        <a:t>输入</a:t>
                      </a:r>
                      <a:r>
                        <a:rPr lang="en-US" altLang="zh-CN" sz="1200" b="0" dirty="0">
                          <a:latin typeface="+mn-ea"/>
                          <a:ea typeface="+mn-ea"/>
                        </a:rPr>
                        <a:t>/</a:t>
                      </a:r>
                      <a:r>
                        <a:rPr lang="zh-CN" altLang="en-US" sz="1200" b="0" dirty="0">
                          <a:latin typeface="+mn-ea"/>
                          <a:ea typeface="+mn-ea"/>
                        </a:rPr>
                        <a:t>输出，任务失败风险可控，可快速验证结果及进行人工介入兜底</a:t>
                      </a:r>
                      <a:endParaRPr lang="en-US" altLang="zh-CN" sz="1200" b="0" dirty="0">
                        <a:latin typeface="+mn-ea"/>
                        <a:ea typeface="+mn-ea"/>
                      </a:endParaRPr>
                    </a:p>
                    <a:p>
                      <a:pPr marL="319087" marR="0" lvl="0" indent="-228600" algn="l" defTabSz="913029" rtl="0" eaLnBrk="0" fontAlgn="base" latinLnBrk="0" hangingPunct="1">
                        <a:lnSpc>
                          <a:spcPct val="150000"/>
                        </a:lnSpc>
                        <a:spcBef>
                          <a:spcPct val="0"/>
                        </a:spcBef>
                        <a:spcAft>
                          <a:spcPct val="0"/>
                        </a:spcAft>
                        <a:buClrTx/>
                        <a:buSzTx/>
                        <a:buFont typeface="Arial" panose="020B0604020202020204" pitchFamily="34" charset="0"/>
                        <a:buChar char="•"/>
                        <a:tabLst/>
                        <a:defRPr/>
                      </a:pPr>
                      <a:r>
                        <a:rPr kumimoji="0" lang="zh-CN" altLang="en-US" sz="1200" b="1" i="0" u="none" strike="noStrike" kern="0" cap="none" spc="0" normalizeH="0" baseline="0" noProof="0" dirty="0">
                          <a:ln>
                            <a:noFill/>
                          </a:ln>
                          <a:solidFill>
                            <a:prstClr val="black"/>
                          </a:solidFill>
                          <a:effectLst/>
                          <a:uLnTx/>
                          <a:uFillTx/>
                          <a:latin typeface="+mn-ea"/>
                          <a:ea typeface="+mn-ea"/>
                          <a:cs typeface="+mn-cs"/>
                        </a:rPr>
                        <a:t>探索做：</a:t>
                      </a:r>
                      <a:r>
                        <a:rPr kumimoji="0" lang="zh-CN" altLang="en-US" sz="1200" b="0" i="0" u="none" strike="noStrike" kern="0" cap="none" spc="0" normalizeH="0" baseline="0" noProof="0" dirty="0">
                          <a:ln>
                            <a:noFill/>
                          </a:ln>
                          <a:solidFill>
                            <a:prstClr val="black"/>
                          </a:solidFill>
                          <a:effectLst/>
                          <a:uLnTx/>
                          <a:uFillTx/>
                          <a:latin typeface="+mn-ea"/>
                          <a:ea typeface="+mn-ea"/>
                          <a:cs typeface="+mn-cs"/>
                        </a:rPr>
                        <a:t>多领域综合场景，需要较高的领域知识，易引入隐蔽问题，任务失败存在风险，人工较难快速验证结果并及时介入</a:t>
                      </a:r>
                      <a:endParaRPr kumimoji="0" lang="en-US" altLang="zh-CN" sz="1200" b="0" i="0" u="none" strike="noStrike" kern="0" cap="none" spc="0" normalizeH="0" baseline="0" noProof="0" dirty="0">
                        <a:ln>
                          <a:noFill/>
                        </a:ln>
                        <a:solidFill>
                          <a:prstClr val="black"/>
                        </a:solidFill>
                        <a:effectLst/>
                        <a:uLnTx/>
                        <a:uFillTx/>
                        <a:latin typeface="+mn-ea"/>
                        <a:ea typeface="+mn-ea"/>
                        <a:cs typeface="+mn-cs"/>
                      </a:endParaRPr>
                    </a:p>
                    <a:p>
                      <a:pPr marL="319087" marR="0" lvl="0" indent="-228600" algn="l" defTabSz="913029" rtl="0" eaLnBrk="0" fontAlgn="base" latinLnBrk="0" hangingPunct="1">
                        <a:lnSpc>
                          <a:spcPct val="150000"/>
                        </a:lnSpc>
                        <a:spcBef>
                          <a:spcPct val="0"/>
                        </a:spcBef>
                        <a:spcAft>
                          <a:spcPct val="0"/>
                        </a:spcAft>
                        <a:buClrTx/>
                        <a:buSzTx/>
                        <a:buFont typeface="Arial" panose="020B0604020202020204" pitchFamily="34" charset="0"/>
                        <a:buChar char="•"/>
                        <a:tabLst/>
                        <a:defRPr/>
                      </a:pPr>
                      <a:r>
                        <a:rPr kumimoji="0" lang="zh-CN" altLang="en-US" sz="1200" b="1" i="0" u="none" strike="noStrike" kern="0" cap="none" spc="0" normalizeH="0" baseline="0" noProof="0" dirty="0">
                          <a:ln>
                            <a:noFill/>
                          </a:ln>
                          <a:solidFill>
                            <a:prstClr val="black"/>
                          </a:solidFill>
                          <a:effectLst/>
                          <a:uLnTx/>
                          <a:uFillTx/>
                          <a:latin typeface="+mn-ea"/>
                          <a:ea typeface="+mn-ea"/>
                          <a:cs typeface="+mn-cs"/>
                        </a:rPr>
                        <a:t>暂时做不了：</a:t>
                      </a:r>
                      <a:r>
                        <a:rPr kumimoji="0" lang="zh-CN" altLang="en-US" sz="1200" b="0" i="0" u="none" strike="noStrike" kern="0" cap="none" spc="0" normalizeH="0" baseline="0" noProof="0" dirty="0">
                          <a:ln>
                            <a:noFill/>
                          </a:ln>
                          <a:solidFill>
                            <a:prstClr val="black"/>
                          </a:solidFill>
                          <a:effectLst/>
                          <a:uLnTx/>
                          <a:uFillTx/>
                          <a:latin typeface="+mn-ea"/>
                          <a:ea typeface="+mn-ea"/>
                          <a:cs typeface="+mn-cs"/>
                        </a:rPr>
                        <a:t>极长上下文场景，需要极高的领域知识，存在随机</a:t>
                      </a:r>
                      <a:r>
                        <a:rPr kumimoji="0" lang="en-US" altLang="zh-CN" sz="1200" b="0" i="0" u="none" strike="noStrike" kern="0" cap="none" spc="0" normalizeH="0" baseline="0" noProof="0" dirty="0">
                          <a:ln>
                            <a:noFill/>
                          </a:ln>
                          <a:solidFill>
                            <a:prstClr val="black"/>
                          </a:solidFill>
                          <a:effectLst/>
                          <a:uLnTx/>
                          <a:uFillTx/>
                          <a:latin typeface="+mn-ea"/>
                          <a:ea typeface="+mn-ea"/>
                          <a:cs typeface="+mn-cs"/>
                        </a:rPr>
                        <a:t>/</a:t>
                      </a:r>
                      <a:r>
                        <a:rPr kumimoji="0" lang="zh-CN" altLang="en-US" sz="1200" b="0" i="0" u="none" strike="noStrike" kern="0" cap="none" spc="0" normalizeH="0" baseline="0" noProof="0" dirty="0">
                          <a:ln>
                            <a:noFill/>
                          </a:ln>
                          <a:solidFill>
                            <a:prstClr val="black"/>
                          </a:solidFill>
                          <a:effectLst/>
                          <a:uLnTx/>
                          <a:uFillTx/>
                          <a:latin typeface="+mn-ea"/>
                          <a:ea typeface="+mn-ea"/>
                          <a:cs typeface="+mn-cs"/>
                        </a:rPr>
                        <a:t>不确定性，需要创新思维进行突破，需要人工集体决策进行解决</a:t>
                      </a:r>
                      <a:endParaRPr kumimoji="0" lang="en-US" altLang="zh-CN" sz="1200" b="0" i="0" u="none" strike="noStrike" kern="0" cap="none" spc="0" normalizeH="0" baseline="0" noProof="0" dirty="0">
                        <a:ln>
                          <a:noFill/>
                        </a:ln>
                        <a:solidFill>
                          <a:prstClr val="black"/>
                        </a:solidFill>
                        <a:effectLst/>
                        <a:uLnTx/>
                        <a:uFillTx/>
                        <a:latin typeface="+mn-ea"/>
                        <a:ea typeface="+mn-ea"/>
                        <a:cs typeface="+mn-cs"/>
                      </a:endParaRPr>
                    </a:p>
                  </a:txBody>
                  <a:tcPr>
                    <a:lnL>
                      <a:noFill/>
                    </a:lnL>
                    <a:lnR cap="flat">
                      <a:noFill/>
                    </a:lnR>
                    <a:lnT cap="flat">
                      <a:noFill/>
                    </a:lnT>
                    <a:lnB cap="flat">
                      <a:noFill/>
                    </a:lnB>
                    <a:lnTlToBr>
                      <a:noFill/>
                    </a:lnTlToBr>
                    <a:lnBlToTr>
                      <a:noFill/>
                    </a:lnBlToTr>
                    <a:solidFill>
                      <a:srgbClr val="F2F2F2">
                        <a:alpha val="100000"/>
                      </a:srgbClr>
                    </a:solidFill>
                  </a:tcPr>
                </a:tc>
                <a:extLst>
                  <a:ext uri="{0D108BD9-81ED-4DB2-BD59-A6C34878D82A}">
                    <a16:rowId xmlns:a16="http://schemas.microsoft.com/office/drawing/2014/main" val="10000"/>
                  </a:ext>
                </a:extLst>
              </a:tr>
            </a:tbl>
          </a:graphicData>
        </a:graphic>
      </p:graphicFrame>
      <p:sp>
        <p:nvSpPr>
          <p:cNvPr id="11" name="矩形 10">
            <a:extLst>
              <a:ext uri="{FF2B5EF4-FFF2-40B4-BE49-F238E27FC236}">
                <a16:creationId xmlns:a16="http://schemas.microsoft.com/office/drawing/2014/main" id="{6A9B4E43-1E80-4BE4-BBCF-03D2F3454C08}"/>
              </a:ext>
            </a:extLst>
          </p:cNvPr>
          <p:cNvSpPr/>
          <p:nvPr/>
        </p:nvSpPr>
        <p:spPr>
          <a:xfrm>
            <a:off x="4358954" y="2019534"/>
            <a:ext cx="1739747" cy="273220"/>
          </a:xfrm>
          <a:prstGeom prst="rect">
            <a:avLst/>
          </a:prstGeom>
          <a:solidFill>
            <a:schemeClr val="bg2">
              <a:lumMod val="90000"/>
            </a:schemeClr>
          </a:solidFill>
          <a:ln w="12700" cap="flat" cmpd="sng" algn="ctr">
            <a:noFill/>
            <a:prstDash val="solid"/>
            <a:miter lim="800000"/>
          </a:ln>
          <a:effectLst/>
        </p:spPr>
        <p:txBody>
          <a:bodyPr rot="0" spcFirstLastPara="0" vertOverflow="overflow" horzOverflow="overflow" vert="horz" wrap="square" lIns="91404" tIns="45702" rIns="91404" bIns="45702" numCol="1" spcCol="0" rtlCol="0" fromWordArt="0" anchor="ctr" anchorCtr="0" forceAA="0" compatLnSpc="1">
            <a:noAutofit/>
          </a:bodyPr>
          <a:lstStyle/>
          <a:p>
            <a:pPr algn="ctr" defTabSz="1187450"/>
            <a:r>
              <a:rPr lang="zh-CN" altLang="en-US" sz="1200" b="1" dirty="0">
                <a:solidFill>
                  <a:schemeClr val="accent1"/>
                </a:solidFill>
                <a:latin typeface="+mn-ea"/>
              </a:rPr>
              <a:t>①</a:t>
            </a:r>
            <a:r>
              <a:rPr lang="zh-CN" altLang="en-US" sz="1200" b="1" dirty="0">
                <a:latin typeface="+mn-ea"/>
              </a:rPr>
              <a:t>模型适配迁移</a:t>
            </a:r>
          </a:p>
        </p:txBody>
      </p:sp>
      <p:sp>
        <p:nvSpPr>
          <p:cNvPr id="12" name="矩形 11">
            <a:extLst>
              <a:ext uri="{FF2B5EF4-FFF2-40B4-BE49-F238E27FC236}">
                <a16:creationId xmlns:a16="http://schemas.microsoft.com/office/drawing/2014/main" id="{C6DDB23E-A267-4DB2-AC41-DAF54605D647}"/>
              </a:ext>
            </a:extLst>
          </p:cNvPr>
          <p:cNvSpPr/>
          <p:nvPr/>
        </p:nvSpPr>
        <p:spPr>
          <a:xfrm>
            <a:off x="4358954" y="2512585"/>
            <a:ext cx="1740366" cy="273220"/>
          </a:xfrm>
          <a:prstGeom prst="rect">
            <a:avLst/>
          </a:prstGeom>
          <a:solidFill>
            <a:schemeClr val="bg2">
              <a:lumMod val="90000"/>
            </a:schemeClr>
          </a:solidFill>
          <a:ln w="12700" cap="flat" cmpd="sng" algn="ctr">
            <a:noFill/>
            <a:prstDash val="solid"/>
            <a:miter lim="800000"/>
          </a:ln>
          <a:effectLst/>
        </p:spPr>
        <p:txBody>
          <a:bodyPr rot="0" spcFirstLastPara="0" vertOverflow="overflow" horzOverflow="overflow" vert="horz" wrap="square" lIns="91404" tIns="45702" rIns="91404" bIns="45702" numCol="1" spcCol="0" rtlCol="0" fromWordArt="0" anchor="ctr" anchorCtr="0" forceAA="0" compatLnSpc="1">
            <a:noAutofit/>
          </a:bodyPr>
          <a:lstStyle/>
          <a:p>
            <a:pPr algn="ctr" defTabSz="1187450"/>
            <a:r>
              <a:rPr lang="zh-CN" altLang="en-US" sz="1200" b="1" dirty="0">
                <a:solidFill>
                  <a:schemeClr val="accent1"/>
                </a:solidFill>
                <a:latin typeface="+mn-ea"/>
              </a:rPr>
              <a:t>②</a:t>
            </a:r>
            <a:r>
              <a:rPr lang="zh-CN" altLang="en-US" sz="1200" b="1" dirty="0">
                <a:latin typeface="+mn-ea"/>
              </a:rPr>
              <a:t>模型结构分析</a:t>
            </a:r>
          </a:p>
        </p:txBody>
      </p:sp>
      <p:sp>
        <p:nvSpPr>
          <p:cNvPr id="13" name="矩形 12">
            <a:extLst>
              <a:ext uri="{FF2B5EF4-FFF2-40B4-BE49-F238E27FC236}">
                <a16:creationId xmlns:a16="http://schemas.microsoft.com/office/drawing/2014/main" id="{62032355-C050-44D8-92E9-82ACBCE9EAD8}"/>
              </a:ext>
            </a:extLst>
          </p:cNvPr>
          <p:cNvSpPr/>
          <p:nvPr/>
        </p:nvSpPr>
        <p:spPr>
          <a:xfrm>
            <a:off x="4358954" y="3016758"/>
            <a:ext cx="1740366" cy="262292"/>
          </a:xfrm>
          <a:prstGeom prst="rect">
            <a:avLst/>
          </a:prstGeom>
          <a:solidFill>
            <a:schemeClr val="bg2">
              <a:lumMod val="90000"/>
            </a:schemeClr>
          </a:solidFill>
          <a:ln w="12700" cap="flat" cmpd="sng" algn="ctr">
            <a:noFill/>
            <a:prstDash val="solid"/>
            <a:miter lim="800000"/>
          </a:ln>
          <a:effectLst/>
        </p:spPr>
        <p:txBody>
          <a:bodyPr rot="0" spcFirstLastPara="0" vertOverflow="overflow" horzOverflow="overflow" vert="horz" wrap="square" lIns="91404" tIns="45702" rIns="91404" bIns="45702" numCol="1" spcCol="0" rtlCol="0" fromWordArt="0" anchor="ctr" anchorCtr="0" forceAA="0" compatLnSpc="1">
            <a:noAutofit/>
          </a:bodyPr>
          <a:lstStyle/>
          <a:p>
            <a:pPr algn="ctr" defTabSz="1187450"/>
            <a:r>
              <a:rPr lang="zh-CN" altLang="en-US" sz="1200" b="1" dirty="0">
                <a:solidFill>
                  <a:schemeClr val="accent1"/>
                </a:solidFill>
                <a:latin typeface="+mn-ea"/>
              </a:rPr>
              <a:t>③</a:t>
            </a:r>
            <a:r>
              <a:rPr lang="zh-CN" altLang="en-US" sz="1200" b="1" dirty="0">
                <a:latin typeface="+mn-ea"/>
              </a:rPr>
              <a:t>模型精度对齐</a:t>
            </a:r>
          </a:p>
        </p:txBody>
      </p:sp>
      <p:sp>
        <p:nvSpPr>
          <p:cNvPr id="14" name="矩形 13">
            <a:extLst>
              <a:ext uri="{FF2B5EF4-FFF2-40B4-BE49-F238E27FC236}">
                <a16:creationId xmlns:a16="http://schemas.microsoft.com/office/drawing/2014/main" id="{299BFD61-70F0-40FC-BA05-1F1D188D2A33}"/>
              </a:ext>
            </a:extLst>
          </p:cNvPr>
          <p:cNvSpPr/>
          <p:nvPr/>
        </p:nvSpPr>
        <p:spPr>
          <a:xfrm>
            <a:off x="4359573" y="3516021"/>
            <a:ext cx="1739747" cy="262292"/>
          </a:xfrm>
          <a:prstGeom prst="rect">
            <a:avLst/>
          </a:prstGeom>
          <a:solidFill>
            <a:schemeClr val="bg2">
              <a:lumMod val="90000"/>
            </a:schemeClr>
          </a:solidFill>
          <a:ln w="12700" cap="flat" cmpd="sng" algn="ctr">
            <a:noFill/>
            <a:prstDash val="solid"/>
            <a:miter lim="800000"/>
          </a:ln>
          <a:effectLst/>
        </p:spPr>
        <p:txBody>
          <a:bodyPr rot="0" spcFirstLastPara="0" vertOverflow="overflow" horzOverflow="overflow" vert="horz" wrap="square" lIns="91404" tIns="45702" rIns="91404" bIns="45702" numCol="1" spcCol="0" rtlCol="0" fromWordArt="0" anchor="ctr" anchorCtr="0" forceAA="0" compatLnSpc="1">
            <a:noAutofit/>
          </a:bodyPr>
          <a:lstStyle/>
          <a:p>
            <a:pPr algn="ctr" defTabSz="1187450"/>
            <a:r>
              <a:rPr lang="zh-CN" altLang="en-US" sz="1200" b="1" dirty="0">
                <a:solidFill>
                  <a:schemeClr val="accent1"/>
                </a:solidFill>
                <a:latin typeface="+mn-ea"/>
              </a:rPr>
              <a:t>④</a:t>
            </a:r>
            <a:r>
              <a:rPr lang="zh-CN" altLang="en-US" sz="1200" b="1" dirty="0">
                <a:latin typeface="+mn-ea"/>
              </a:rPr>
              <a:t>模型性能调优</a:t>
            </a:r>
          </a:p>
        </p:txBody>
      </p:sp>
      <p:sp>
        <p:nvSpPr>
          <p:cNvPr id="15" name="矩形 14">
            <a:extLst>
              <a:ext uri="{FF2B5EF4-FFF2-40B4-BE49-F238E27FC236}">
                <a16:creationId xmlns:a16="http://schemas.microsoft.com/office/drawing/2014/main" id="{87C7036C-E9C8-40A3-B0D7-185C9B8F29B3}"/>
              </a:ext>
            </a:extLst>
          </p:cNvPr>
          <p:cNvSpPr/>
          <p:nvPr/>
        </p:nvSpPr>
        <p:spPr>
          <a:xfrm>
            <a:off x="4358953" y="4015396"/>
            <a:ext cx="1739747" cy="268310"/>
          </a:xfrm>
          <a:prstGeom prst="rect">
            <a:avLst/>
          </a:prstGeom>
          <a:solidFill>
            <a:schemeClr val="bg2">
              <a:lumMod val="90000"/>
            </a:schemeClr>
          </a:solidFill>
          <a:ln w="12700" cap="flat" cmpd="sng" algn="ctr">
            <a:noFill/>
            <a:prstDash val="solid"/>
            <a:miter lim="800000"/>
          </a:ln>
          <a:effectLst/>
        </p:spPr>
        <p:txBody>
          <a:bodyPr rot="0" spcFirstLastPara="0" vertOverflow="overflow" horzOverflow="overflow" vert="horz" wrap="square" lIns="91404" tIns="45702" rIns="91404" bIns="45702" numCol="1" spcCol="0" rtlCol="0" fromWordArt="0" anchor="ctr" anchorCtr="0" forceAA="0" compatLnSpc="1">
            <a:noAutofit/>
          </a:bodyPr>
          <a:lstStyle/>
          <a:p>
            <a:pPr algn="ctr" defTabSz="1187450"/>
            <a:r>
              <a:rPr lang="zh-CN" altLang="en-US" sz="1200" b="1" dirty="0">
                <a:solidFill>
                  <a:schemeClr val="accent1"/>
                </a:solidFill>
                <a:latin typeface="+mn-ea"/>
              </a:rPr>
              <a:t>⑤</a:t>
            </a:r>
            <a:r>
              <a:rPr lang="zh-CN" altLang="en-US" sz="1200" b="1" dirty="0">
                <a:latin typeface="+mn-ea"/>
              </a:rPr>
              <a:t>模型性能评测</a:t>
            </a:r>
          </a:p>
        </p:txBody>
      </p:sp>
      <p:sp>
        <p:nvSpPr>
          <p:cNvPr id="16" name="矩形 15">
            <a:extLst>
              <a:ext uri="{FF2B5EF4-FFF2-40B4-BE49-F238E27FC236}">
                <a16:creationId xmlns:a16="http://schemas.microsoft.com/office/drawing/2014/main" id="{F2D0132E-D03A-43EC-A577-7CA7EE4B45FF}"/>
              </a:ext>
            </a:extLst>
          </p:cNvPr>
          <p:cNvSpPr/>
          <p:nvPr/>
        </p:nvSpPr>
        <p:spPr>
          <a:xfrm>
            <a:off x="4355521" y="4507397"/>
            <a:ext cx="1739747" cy="268310"/>
          </a:xfrm>
          <a:prstGeom prst="rect">
            <a:avLst/>
          </a:prstGeom>
          <a:solidFill>
            <a:schemeClr val="bg2">
              <a:lumMod val="90000"/>
            </a:schemeClr>
          </a:solidFill>
          <a:ln w="12700" cap="flat" cmpd="sng" algn="ctr">
            <a:noFill/>
            <a:prstDash val="solid"/>
            <a:miter lim="800000"/>
          </a:ln>
          <a:effectLst/>
        </p:spPr>
        <p:txBody>
          <a:bodyPr rot="0" spcFirstLastPara="0" vertOverflow="overflow" horzOverflow="overflow" vert="horz" wrap="square" lIns="91404" tIns="45702" rIns="91404" bIns="45702" numCol="1" spcCol="0" rtlCol="0" fromWordArt="0" anchor="ctr" anchorCtr="0" forceAA="0" compatLnSpc="1">
            <a:noAutofit/>
          </a:bodyPr>
          <a:lstStyle/>
          <a:p>
            <a:pPr algn="ctr" defTabSz="1187450"/>
            <a:r>
              <a:rPr lang="zh-CN" altLang="en-US" sz="1200" b="1" dirty="0">
                <a:solidFill>
                  <a:schemeClr val="accent1"/>
                </a:solidFill>
                <a:latin typeface="+mn-ea"/>
              </a:rPr>
              <a:t>⑥</a:t>
            </a:r>
            <a:r>
              <a:rPr lang="zh-CN" altLang="en-US" sz="1200" b="1" dirty="0">
                <a:latin typeface="+mn-ea"/>
              </a:rPr>
              <a:t>安装部署运维</a:t>
            </a:r>
          </a:p>
        </p:txBody>
      </p:sp>
      <p:sp>
        <p:nvSpPr>
          <p:cNvPr id="17" name="矩形 16">
            <a:extLst>
              <a:ext uri="{FF2B5EF4-FFF2-40B4-BE49-F238E27FC236}">
                <a16:creationId xmlns:a16="http://schemas.microsoft.com/office/drawing/2014/main" id="{3A88690A-E96F-4C3C-A676-BAACB68321BF}"/>
              </a:ext>
            </a:extLst>
          </p:cNvPr>
          <p:cNvSpPr/>
          <p:nvPr/>
        </p:nvSpPr>
        <p:spPr>
          <a:xfrm>
            <a:off x="4359573" y="5004812"/>
            <a:ext cx="1739747" cy="268310"/>
          </a:xfrm>
          <a:prstGeom prst="rect">
            <a:avLst/>
          </a:prstGeom>
          <a:solidFill>
            <a:schemeClr val="bg2">
              <a:lumMod val="90000"/>
            </a:schemeClr>
          </a:solidFill>
          <a:ln w="12700" cap="flat" cmpd="sng" algn="ctr">
            <a:noFill/>
            <a:prstDash val="solid"/>
            <a:miter lim="800000"/>
          </a:ln>
          <a:effectLst/>
        </p:spPr>
        <p:txBody>
          <a:bodyPr rot="0" spcFirstLastPara="0" vertOverflow="overflow" horzOverflow="overflow" vert="horz" wrap="square" lIns="91404" tIns="45702" rIns="91404" bIns="45702" numCol="1" spcCol="0" rtlCol="0" fromWordArt="0" anchor="ctr" anchorCtr="0" forceAA="0" compatLnSpc="1">
            <a:noAutofit/>
          </a:bodyPr>
          <a:lstStyle/>
          <a:p>
            <a:pPr lvl="0" algn="ctr" defTabSz="1187450">
              <a:defRPr/>
            </a:pPr>
            <a:r>
              <a:rPr lang="zh-CN" altLang="en-US" sz="1200" b="1" dirty="0">
                <a:solidFill>
                  <a:schemeClr val="accent1"/>
                </a:solidFill>
                <a:latin typeface="+mn-ea"/>
              </a:rPr>
              <a:t>⑦</a:t>
            </a:r>
            <a:r>
              <a:rPr lang="zh-CN" altLang="en-US" sz="1200" b="1" dirty="0">
                <a:latin typeface="+mn-ea"/>
              </a:rPr>
              <a:t>开源社区运营</a:t>
            </a:r>
            <a:endParaRPr lang="en-US" altLang="zh-CN" sz="1200" b="1" dirty="0">
              <a:latin typeface="+mn-ea"/>
            </a:endParaRPr>
          </a:p>
        </p:txBody>
      </p:sp>
      <p:cxnSp>
        <p:nvCxnSpPr>
          <p:cNvPr id="18" name="直接箭头连接符 17">
            <a:extLst>
              <a:ext uri="{FF2B5EF4-FFF2-40B4-BE49-F238E27FC236}">
                <a16:creationId xmlns:a16="http://schemas.microsoft.com/office/drawing/2014/main" id="{59A88EE9-DF49-4F60-94CE-E60D447EE98B}"/>
              </a:ext>
            </a:extLst>
          </p:cNvPr>
          <p:cNvCxnSpPr>
            <a:cxnSpLocks/>
            <a:stCxn id="11" idx="2"/>
          </p:cNvCxnSpPr>
          <p:nvPr/>
        </p:nvCxnSpPr>
        <p:spPr>
          <a:xfrm>
            <a:off x="5228828" y="2292754"/>
            <a:ext cx="310" cy="212493"/>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1" name="直接箭头连接符 20">
            <a:extLst>
              <a:ext uri="{FF2B5EF4-FFF2-40B4-BE49-F238E27FC236}">
                <a16:creationId xmlns:a16="http://schemas.microsoft.com/office/drawing/2014/main" id="{6C48AC64-7B24-4273-A1F5-3771FD3667E6}"/>
              </a:ext>
            </a:extLst>
          </p:cNvPr>
          <p:cNvCxnSpPr>
            <a:cxnSpLocks/>
            <a:stCxn id="12" idx="2"/>
            <a:endCxn id="13" idx="0"/>
          </p:cNvCxnSpPr>
          <p:nvPr/>
        </p:nvCxnSpPr>
        <p:spPr>
          <a:xfrm>
            <a:off x="5229137" y="2785805"/>
            <a:ext cx="0" cy="230953"/>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8" name="矩形 27">
            <a:extLst>
              <a:ext uri="{FF2B5EF4-FFF2-40B4-BE49-F238E27FC236}">
                <a16:creationId xmlns:a16="http://schemas.microsoft.com/office/drawing/2014/main" id="{3F132993-9A41-4D95-BC24-76C3E1992A14}"/>
              </a:ext>
            </a:extLst>
          </p:cNvPr>
          <p:cNvSpPr/>
          <p:nvPr/>
        </p:nvSpPr>
        <p:spPr>
          <a:xfrm>
            <a:off x="490535" y="462772"/>
            <a:ext cx="663657" cy="94488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09" rtl="0" eaLnBrk="1" fontAlgn="base" latinLnBrk="0" hangingPunct="1">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重点工作</a:t>
            </a:r>
          </a:p>
        </p:txBody>
      </p:sp>
      <p:graphicFrame>
        <p:nvGraphicFramePr>
          <p:cNvPr id="29" name="表格 28">
            <a:extLst>
              <a:ext uri="{FF2B5EF4-FFF2-40B4-BE49-F238E27FC236}">
                <a16:creationId xmlns:a16="http://schemas.microsoft.com/office/drawing/2014/main" id="{F3A8CB95-4B90-474E-9514-4C454AADE287}"/>
              </a:ext>
            </a:extLst>
          </p:cNvPr>
          <p:cNvGraphicFramePr/>
          <p:nvPr>
            <p:extLst>
              <p:ext uri="{D42A27DB-BD31-4B8C-83A1-F6EECF244321}">
                <p14:modId xmlns:p14="http://schemas.microsoft.com/office/powerpoint/2010/main" val="3297150722"/>
              </p:ext>
            </p:extLst>
          </p:nvPr>
        </p:nvGraphicFramePr>
        <p:xfrm>
          <a:off x="1154192" y="462772"/>
          <a:ext cx="10619872" cy="944880"/>
        </p:xfrm>
        <a:graphic>
          <a:graphicData uri="http://schemas.openxmlformats.org/drawingml/2006/table">
            <a:tbl>
              <a:tblPr/>
              <a:tblGrid>
                <a:gridCol w="10619872">
                  <a:extLst>
                    <a:ext uri="{9D8B030D-6E8A-4147-A177-3AD203B41FA5}">
                      <a16:colId xmlns:a16="http://schemas.microsoft.com/office/drawing/2014/main" val="20001"/>
                    </a:ext>
                  </a:extLst>
                </a:gridCol>
              </a:tblGrid>
              <a:tr h="657505">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marL="319087" marR="0" lvl="0" indent="-228600" algn="l" defTabSz="913029" rtl="0" eaLnBrk="0" fontAlgn="base" latinLnBrk="0" hangingPunct="1">
                        <a:lnSpc>
                          <a:spcPct val="100000"/>
                        </a:lnSpc>
                        <a:spcBef>
                          <a:spcPct val="0"/>
                        </a:spcBef>
                        <a:spcAft>
                          <a:spcPct val="0"/>
                        </a:spcAft>
                        <a:buClrTx/>
                        <a:buSzTx/>
                        <a:buFontTx/>
                        <a:buAutoNum type="arabicPeriod"/>
                        <a:tabLst/>
                        <a:defRPr/>
                      </a:pPr>
                      <a:r>
                        <a:rPr kumimoji="0" lang="zh-CN" altLang="en-US" sz="1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识别推理场景关键业务</a:t>
                      </a:r>
                      <a:r>
                        <a:rPr kumimoji="0" lang="zh-CN" altLang="en-US" sz="1400" b="1"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活动</a:t>
                      </a:r>
                      <a:r>
                        <a:rPr kumimoji="0" lang="zh-CN" altLang="en-US" sz="14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，提高</a:t>
                      </a:r>
                      <a:r>
                        <a:rPr kumimoji="0" lang="en-US" altLang="zh-CN" sz="14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Agent</a:t>
                      </a:r>
                      <a:r>
                        <a:rPr kumimoji="0" lang="zh-CN" altLang="en-US" sz="14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实践</a:t>
                      </a:r>
                      <a:r>
                        <a:rPr kumimoji="0" lang="zh-CN" altLang="en-US" sz="14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覆盖面</a:t>
                      </a:r>
                      <a:endPar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19087" marR="0" lvl="0" indent="-228600" algn="l" defTabSz="913029" rtl="0" eaLnBrk="0" fontAlgn="base" latinLnBrk="0" hangingPunct="1">
                        <a:lnSpc>
                          <a:spcPct val="100000"/>
                        </a:lnSpc>
                        <a:spcBef>
                          <a:spcPct val="0"/>
                        </a:spcBef>
                        <a:spcAft>
                          <a:spcPct val="0"/>
                        </a:spcAft>
                        <a:buClrTx/>
                        <a:buSzTx/>
                        <a:buFontTx/>
                        <a:buAutoNum type="arabicPeriod"/>
                        <a:tabLst/>
                        <a:defRPr/>
                      </a:pPr>
                      <a:r>
                        <a:rPr kumimoji="0" lang="zh-CN" altLang="en-US" sz="1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全面提高</a:t>
                      </a:r>
                      <a:r>
                        <a:rPr kumimoji="0" lang="en-US" altLang="zh-CN" sz="1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AI Agent</a:t>
                      </a:r>
                      <a:r>
                        <a:rPr kumimoji="0" lang="zh-CN" altLang="en-US" sz="1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使用率</a:t>
                      </a:r>
                      <a:r>
                        <a:rPr kumimoji="0" lang="zh-CN" altLang="en-US" sz="14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，沉淀高质量的公共资产</a:t>
                      </a:r>
                      <a:endPar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19087" marR="0" lvl="0" indent="-228600" algn="l" defTabSz="913029" rtl="0" eaLnBrk="0" fontAlgn="base" latinLnBrk="0" hangingPunct="1">
                        <a:lnSpc>
                          <a:spcPct val="100000"/>
                        </a:lnSpc>
                        <a:spcBef>
                          <a:spcPct val="0"/>
                        </a:spcBef>
                        <a:spcAft>
                          <a:spcPct val="0"/>
                        </a:spcAft>
                        <a:buClrTx/>
                        <a:buSzTx/>
                        <a:buFontTx/>
                        <a:buAutoNum type="arabicPeriod"/>
                        <a:tabLst/>
                        <a:defRPr/>
                      </a:pPr>
                      <a:r>
                        <a:rPr kumimoji="0" lang="zh-CN" altLang="en-US" sz="1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制定</a:t>
                      </a:r>
                      <a:r>
                        <a:rPr kumimoji="0" lang="en-US" altLang="zh-CN" sz="1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AI Agent</a:t>
                      </a:r>
                      <a:r>
                        <a:rPr kumimoji="0" lang="zh-CN" altLang="en-US" sz="1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化的提效指标</a:t>
                      </a:r>
                      <a:r>
                        <a:rPr kumimoji="0" lang="zh-CN" altLang="en-US" sz="14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，使用量化指标衡量</a:t>
                      </a: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AI Agent</a:t>
                      </a:r>
                      <a:r>
                        <a:rPr kumimoji="0" lang="zh-CN" altLang="en-US" sz="14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的效率提升</a:t>
                      </a:r>
                      <a:endPar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19087" marR="0" lvl="0" indent="-228600" algn="l" defTabSz="913029" rtl="0" eaLnBrk="0" fontAlgn="base" latinLnBrk="0" hangingPunct="1">
                        <a:lnSpc>
                          <a:spcPct val="100000"/>
                        </a:lnSpc>
                        <a:spcBef>
                          <a:spcPct val="0"/>
                        </a:spcBef>
                        <a:spcAft>
                          <a:spcPct val="0"/>
                        </a:spcAft>
                        <a:buClrTx/>
                        <a:buSzTx/>
                        <a:buFontTx/>
                        <a:buAutoNum type="arabicPeriod"/>
                        <a:tabLst/>
                        <a:defRPr/>
                      </a:pPr>
                      <a:r>
                        <a:rPr kumimoji="0" lang="zh-CN" altLang="en-US" sz="1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构建轻量化的</a:t>
                      </a:r>
                      <a:r>
                        <a:rPr kumimoji="0" lang="en-US" altLang="zh-CN" sz="1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Vibe Coding</a:t>
                      </a:r>
                      <a:r>
                        <a:rPr kumimoji="0" lang="zh-CN" altLang="en-US" sz="1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人员能力提升和评价体系标准</a:t>
                      </a:r>
                      <a:endParaRPr kumimoji="0" lang="en-US" altLang="zh-CN" sz="1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a:lnL>
                      <a:noFill/>
                    </a:lnL>
                    <a:lnR cap="flat">
                      <a:noFill/>
                    </a:lnR>
                    <a:lnT cap="flat">
                      <a:noFill/>
                    </a:lnT>
                    <a:lnB cap="flat">
                      <a:noFill/>
                    </a:lnB>
                    <a:lnTlToBr>
                      <a:noFill/>
                    </a:lnTlToBr>
                    <a:lnBlToTr>
                      <a:noFill/>
                    </a:lnBlToTr>
                    <a:solidFill>
                      <a:srgbClr val="F2F2F2">
                        <a:alpha val="100000"/>
                      </a:srgbClr>
                    </a:solidFill>
                  </a:tcPr>
                </a:tc>
                <a:extLst>
                  <a:ext uri="{0D108BD9-81ED-4DB2-BD59-A6C34878D82A}">
                    <a16:rowId xmlns:a16="http://schemas.microsoft.com/office/drawing/2014/main" val="10000"/>
                  </a:ext>
                </a:extLst>
              </a:tr>
            </a:tbl>
          </a:graphicData>
        </a:graphic>
      </p:graphicFrame>
      <p:graphicFrame>
        <p:nvGraphicFramePr>
          <p:cNvPr id="2" name="表格 1">
            <a:extLst>
              <a:ext uri="{FF2B5EF4-FFF2-40B4-BE49-F238E27FC236}">
                <a16:creationId xmlns:a16="http://schemas.microsoft.com/office/drawing/2014/main" id="{61B11D91-82BE-3B4C-10E3-85AB4724B130}"/>
              </a:ext>
            </a:extLst>
          </p:cNvPr>
          <p:cNvGraphicFramePr>
            <a:graphicFrameLocks noGrp="1"/>
          </p:cNvGraphicFramePr>
          <p:nvPr>
            <p:extLst>
              <p:ext uri="{D42A27DB-BD31-4B8C-83A1-F6EECF244321}">
                <p14:modId xmlns:p14="http://schemas.microsoft.com/office/powerpoint/2010/main" val="371071083"/>
              </p:ext>
            </p:extLst>
          </p:nvPr>
        </p:nvGraphicFramePr>
        <p:xfrm>
          <a:off x="4358954" y="1474087"/>
          <a:ext cx="7415110" cy="3859571"/>
        </p:xfrm>
        <a:graphic>
          <a:graphicData uri="http://schemas.openxmlformats.org/drawingml/2006/table">
            <a:tbl>
              <a:tblPr firstRow="1" bandRow="1">
                <a:tableStyleId>{5940675A-B579-460E-94D1-54222C63F5DA}</a:tableStyleId>
              </a:tblPr>
              <a:tblGrid>
                <a:gridCol w="1742470">
                  <a:extLst>
                    <a:ext uri="{9D8B030D-6E8A-4147-A177-3AD203B41FA5}">
                      <a16:colId xmlns:a16="http://schemas.microsoft.com/office/drawing/2014/main" val="454950458"/>
                    </a:ext>
                  </a:extLst>
                </a:gridCol>
                <a:gridCol w="2154040">
                  <a:extLst>
                    <a:ext uri="{9D8B030D-6E8A-4147-A177-3AD203B41FA5}">
                      <a16:colId xmlns:a16="http://schemas.microsoft.com/office/drawing/2014/main" val="2575876567"/>
                    </a:ext>
                  </a:extLst>
                </a:gridCol>
                <a:gridCol w="2216820">
                  <a:extLst>
                    <a:ext uri="{9D8B030D-6E8A-4147-A177-3AD203B41FA5}">
                      <a16:colId xmlns:a16="http://schemas.microsoft.com/office/drawing/2014/main" val="3241284271"/>
                    </a:ext>
                  </a:extLst>
                </a:gridCol>
                <a:gridCol w="1301780">
                  <a:extLst>
                    <a:ext uri="{9D8B030D-6E8A-4147-A177-3AD203B41FA5}">
                      <a16:colId xmlns:a16="http://schemas.microsoft.com/office/drawing/2014/main" val="1769746985"/>
                    </a:ext>
                  </a:extLst>
                </a:gridCol>
              </a:tblGrid>
              <a:tr h="267881">
                <a:tc rowSpan="2">
                  <a:txBody>
                    <a:bodyPr/>
                    <a:lstStyle/>
                    <a:p>
                      <a:pPr algn="ct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推理关键</a:t>
                      </a:r>
                      <a:r>
                        <a:rPr lang="zh-CN" altLang="en-US" sz="1600" b="1" kern="1200" dirty="0">
                          <a:solidFill>
                            <a:srgbClr val="C00000"/>
                          </a:solidFill>
                          <a:latin typeface="+mn-ea"/>
                          <a:ea typeface="+mn-ea"/>
                          <a:cs typeface="+mn-cs"/>
                        </a:rPr>
                        <a:t>活动</a:t>
                      </a:r>
                    </a:p>
                  </a:txBody>
                  <a:tcPr anchor="ctr">
                    <a:solidFill>
                      <a:schemeClr val="bg2">
                        <a:lumMod val="90000"/>
                      </a:schemeClr>
                    </a:solidFill>
                  </a:tcPr>
                </a:tc>
                <a:tc gridSpan="3">
                  <a:txBody>
                    <a:bodyPr/>
                    <a:lstStyle/>
                    <a:p>
                      <a:pPr marL="0" indent="0" algn="ctr">
                        <a:buNone/>
                      </a:pPr>
                      <a:r>
                        <a:rPr lang="zh-CN" altLang="en-US" sz="1200" b="1" kern="1200" dirty="0">
                          <a:solidFill>
                            <a:schemeClr val="tx1"/>
                          </a:solidFill>
                          <a:latin typeface="+mn-ea"/>
                          <a:ea typeface="+mn-ea"/>
                          <a:cs typeface="+mn-cs"/>
                        </a:rPr>
                        <a:t>使能</a:t>
                      </a:r>
                      <a:r>
                        <a:rPr lang="en-US" altLang="zh-CN" sz="1200" b="1" kern="1200" dirty="0">
                          <a:solidFill>
                            <a:schemeClr val="tx1"/>
                          </a:solidFill>
                          <a:latin typeface="+mn-ea"/>
                          <a:ea typeface="+mn-ea"/>
                          <a:cs typeface="+mn-cs"/>
                        </a:rPr>
                        <a:t>Agent</a:t>
                      </a:r>
                      <a:r>
                        <a:rPr lang="zh-CN" altLang="en-US" sz="1200" b="1" kern="1200" dirty="0">
                          <a:solidFill>
                            <a:schemeClr val="tx1"/>
                          </a:solidFill>
                          <a:latin typeface="+mn-ea"/>
                          <a:ea typeface="+mn-ea"/>
                          <a:cs typeface="+mn-cs"/>
                        </a:rPr>
                        <a:t>提效目标</a:t>
                      </a:r>
                    </a:p>
                  </a:txBody>
                  <a:tcPr anchor="ctr">
                    <a:solidFill>
                      <a:schemeClr val="bg2">
                        <a:lumMod val="90000"/>
                      </a:schemeClr>
                    </a:solidFill>
                  </a:tcPr>
                </a:tc>
                <a:tc hMerge="1">
                  <a:txBody>
                    <a:bodyPr/>
                    <a:lstStyle/>
                    <a:p>
                      <a:endParaRPr lang="zh-CN" altLang="en-US" dirty="0"/>
                    </a:p>
                  </a:txBody>
                  <a:tcPr/>
                </a:tc>
                <a:tc hMerge="1">
                  <a:txBody>
                    <a:bodyPr/>
                    <a:lstStyle/>
                    <a:p>
                      <a:pPr marL="0" indent="0" algn="ctr">
                        <a:buNone/>
                      </a:pPr>
                      <a:endParaRPr lang="zh-CN" altLang="en-US" sz="1200" b="1" kern="1200" dirty="0">
                        <a:solidFill>
                          <a:schemeClr val="tx1"/>
                        </a:solidFill>
                        <a:latin typeface="+mn-ea"/>
                        <a:ea typeface="+mn-ea"/>
                        <a:cs typeface="+mn-cs"/>
                      </a:endParaRPr>
                    </a:p>
                  </a:txBody>
                  <a:tcPr anchor="ctr">
                    <a:solidFill>
                      <a:schemeClr val="bg2">
                        <a:lumMod val="90000"/>
                      </a:schemeClr>
                    </a:solidFill>
                  </a:tcPr>
                </a:tc>
                <a:extLst>
                  <a:ext uri="{0D108BD9-81ED-4DB2-BD59-A6C34878D82A}">
                    <a16:rowId xmlns:a16="http://schemas.microsoft.com/office/drawing/2014/main" val="1069529354"/>
                  </a:ext>
                </a:extLst>
              </a:tr>
              <a:tr h="0">
                <a:tc vMerge="1">
                  <a:txBody>
                    <a:bodyPr/>
                    <a:lstStyle/>
                    <a:p>
                      <a:pPr algn="ctr"/>
                      <a:endParaRPr lang="zh-CN" altLang="en-US" sz="1600" b="1" kern="1200" dirty="0">
                        <a:solidFill>
                          <a:schemeClr val="tx1"/>
                        </a:solidFill>
                        <a:latin typeface="+mn-ea"/>
                        <a:ea typeface="+mn-ea"/>
                        <a:cs typeface="+mn-cs"/>
                      </a:endParaRPr>
                    </a:p>
                  </a:txBody>
                  <a:tcPr anchor="ctr">
                    <a:solidFill>
                      <a:schemeClr val="bg2">
                        <a:lumMod val="90000"/>
                      </a:schemeClr>
                    </a:solidFill>
                  </a:tcPr>
                </a:tc>
                <a:tc>
                  <a:txBody>
                    <a:bodyPr/>
                    <a:lstStyle/>
                    <a:p>
                      <a:pPr marL="0" algn="ctr" defTabSz="1187450" rtl="0" eaLnBrk="1" latinLnBrk="0" hangingPunct="1"/>
                      <a:r>
                        <a:rPr lang="zh-CN" altLang="en-US" sz="1100" b="1" kern="1200" dirty="0">
                          <a:solidFill>
                            <a:srgbClr val="C00000"/>
                          </a:solidFill>
                          <a:latin typeface="+mn-ea"/>
                          <a:ea typeface="+mn-ea"/>
                          <a:cs typeface="+mn-cs"/>
                        </a:rPr>
                        <a:t>能做（高</a:t>
                      </a:r>
                      <a:r>
                        <a:rPr lang="en-US" altLang="zh-CN" sz="1100" b="1" kern="1200" dirty="0">
                          <a:solidFill>
                            <a:srgbClr val="C00000"/>
                          </a:solidFill>
                          <a:latin typeface="+mn-ea"/>
                          <a:ea typeface="+mn-ea"/>
                          <a:cs typeface="+mn-cs"/>
                        </a:rPr>
                        <a:t>ROI</a:t>
                      </a:r>
                      <a:r>
                        <a:rPr lang="zh-CN" altLang="en-US" sz="1100" b="1" kern="1200" dirty="0">
                          <a:solidFill>
                            <a:srgbClr val="C00000"/>
                          </a:solidFill>
                          <a:latin typeface="+mn-ea"/>
                          <a:ea typeface="+mn-ea"/>
                          <a:cs typeface="+mn-cs"/>
                        </a:rPr>
                        <a:t>）</a:t>
                      </a:r>
                    </a:p>
                  </a:txBody>
                  <a:tcPr anchor="ctr">
                    <a:solidFill>
                      <a:schemeClr val="bg2">
                        <a:lumMod val="90000"/>
                      </a:schemeClr>
                    </a:solidFill>
                  </a:tcPr>
                </a:tc>
                <a:tc>
                  <a:txBody>
                    <a:bodyPr/>
                    <a:lstStyle/>
                    <a:p>
                      <a:pPr marL="0" marR="0" lvl="0" indent="0" algn="ctr" defTabSz="1187450" rtl="0" eaLnBrk="1" fontAlgn="auto" latinLnBrk="0" hangingPunct="1">
                        <a:lnSpc>
                          <a:spcPct val="100000"/>
                        </a:lnSpc>
                        <a:spcBef>
                          <a:spcPts val="0"/>
                        </a:spcBef>
                        <a:spcAft>
                          <a:spcPts val="0"/>
                        </a:spcAft>
                        <a:buClrTx/>
                        <a:buSzTx/>
                        <a:buFontTx/>
                        <a:buNone/>
                        <a:tabLst/>
                        <a:defRPr/>
                      </a:pPr>
                      <a:r>
                        <a:rPr lang="zh-CN" altLang="en-US" sz="1100" b="1" kern="1200" dirty="0">
                          <a:solidFill>
                            <a:srgbClr val="C00000"/>
                          </a:solidFill>
                          <a:latin typeface="+mn-ea"/>
                          <a:ea typeface="+mn-ea"/>
                          <a:cs typeface="+mn-cs"/>
                        </a:rPr>
                        <a:t>探索做（中</a:t>
                      </a:r>
                      <a:r>
                        <a:rPr lang="en-US" altLang="zh-CN" sz="1100" b="1" kern="1200" dirty="0">
                          <a:solidFill>
                            <a:srgbClr val="C00000"/>
                          </a:solidFill>
                          <a:latin typeface="+mn-ea"/>
                          <a:ea typeface="+mn-ea"/>
                          <a:cs typeface="+mn-cs"/>
                        </a:rPr>
                        <a:t>/</a:t>
                      </a:r>
                      <a:r>
                        <a:rPr lang="zh-CN" altLang="en-US" sz="1100" b="1" kern="1200" dirty="0">
                          <a:solidFill>
                            <a:srgbClr val="C00000"/>
                          </a:solidFill>
                          <a:latin typeface="+mn-ea"/>
                          <a:ea typeface="+mn-ea"/>
                          <a:cs typeface="+mn-cs"/>
                        </a:rPr>
                        <a:t>低</a:t>
                      </a:r>
                      <a:r>
                        <a:rPr lang="en-US" altLang="zh-CN" sz="1100" b="1" kern="1200" dirty="0">
                          <a:solidFill>
                            <a:srgbClr val="C00000"/>
                          </a:solidFill>
                          <a:latin typeface="+mn-ea"/>
                          <a:ea typeface="+mn-ea"/>
                          <a:cs typeface="+mn-cs"/>
                        </a:rPr>
                        <a:t>ROI</a:t>
                      </a:r>
                      <a:r>
                        <a:rPr lang="zh-CN" altLang="en-US" sz="1100" b="1" kern="1200" dirty="0">
                          <a:solidFill>
                            <a:srgbClr val="C00000"/>
                          </a:solidFill>
                          <a:latin typeface="+mn-ea"/>
                          <a:ea typeface="+mn-ea"/>
                          <a:cs typeface="+mn-cs"/>
                        </a:rPr>
                        <a:t>）</a:t>
                      </a:r>
                      <a:endParaRPr lang="en-US" altLang="zh-CN" sz="1100" b="1" kern="1200" dirty="0">
                        <a:solidFill>
                          <a:srgbClr val="C00000"/>
                        </a:solidFill>
                        <a:latin typeface="+mn-ea"/>
                        <a:ea typeface="+mn-ea"/>
                        <a:cs typeface="+mn-cs"/>
                      </a:endParaRPr>
                    </a:p>
                  </a:txBody>
                  <a:tcPr anchor="ctr">
                    <a:solidFill>
                      <a:srgbClr val="FCF0CB"/>
                    </a:solidFill>
                  </a:tcPr>
                </a:tc>
                <a:tc>
                  <a:txBody>
                    <a:bodyPr/>
                    <a:lstStyle/>
                    <a:p>
                      <a:pPr marL="0" marR="0" lvl="0" indent="0" algn="ctr" defTabSz="1187450" rtl="0" eaLnBrk="1" fontAlgn="auto" latinLnBrk="0" hangingPunct="1">
                        <a:lnSpc>
                          <a:spcPct val="100000"/>
                        </a:lnSpc>
                        <a:spcBef>
                          <a:spcPts val="0"/>
                        </a:spcBef>
                        <a:spcAft>
                          <a:spcPts val="0"/>
                        </a:spcAft>
                        <a:buClrTx/>
                        <a:buSzTx/>
                        <a:buFontTx/>
                        <a:buNone/>
                        <a:tabLst/>
                        <a:defRPr/>
                      </a:pPr>
                      <a:r>
                        <a:rPr lang="zh-CN" altLang="en-US" sz="1100" b="1" kern="1200" dirty="0">
                          <a:solidFill>
                            <a:srgbClr val="C00000"/>
                          </a:solidFill>
                          <a:latin typeface="+mn-ea"/>
                          <a:ea typeface="+mn-ea"/>
                          <a:cs typeface="+mn-cs"/>
                        </a:rPr>
                        <a:t>提效目标</a:t>
                      </a:r>
                      <a:endParaRPr lang="en-US" altLang="zh-CN" sz="1100" b="1" kern="1200" dirty="0">
                        <a:solidFill>
                          <a:srgbClr val="C00000"/>
                        </a:solidFill>
                        <a:latin typeface="+mn-ea"/>
                        <a:ea typeface="+mn-ea"/>
                        <a:cs typeface="+mn-cs"/>
                      </a:endParaRPr>
                    </a:p>
                  </a:txBody>
                  <a:tcPr anchor="ctr">
                    <a:solidFill>
                      <a:schemeClr val="bg2">
                        <a:lumMod val="90000"/>
                      </a:schemeClr>
                    </a:solidFill>
                  </a:tcPr>
                </a:tc>
                <a:extLst>
                  <a:ext uri="{0D108BD9-81ED-4DB2-BD59-A6C34878D82A}">
                    <a16:rowId xmlns:a16="http://schemas.microsoft.com/office/drawing/2014/main" val="2927627986"/>
                  </a:ext>
                </a:extLst>
              </a:tr>
              <a:tr h="406301">
                <a:tc rowSpan="7">
                  <a:txBody>
                    <a:bodyPr/>
                    <a:lstStyle/>
                    <a:p>
                      <a:pPr marL="0" algn="ctr" defTabSz="1187450" rtl="0" eaLnBrk="1" latinLnBrk="0" hangingPunct="1"/>
                      <a:endParaRPr lang="en-US" altLang="zh-CN" sz="1000" kern="1200" dirty="0">
                        <a:solidFill>
                          <a:schemeClr val="tx1"/>
                        </a:solidFill>
                        <a:latin typeface="+mn-ea"/>
                        <a:ea typeface="+mn-ea"/>
                        <a:cs typeface="+mn-cs"/>
                      </a:endParaRPr>
                    </a:p>
                  </a:txBody>
                  <a:tcPr/>
                </a:tc>
                <a:tc>
                  <a:txBody>
                    <a:bodyPr/>
                    <a:lstStyle/>
                    <a:p>
                      <a:r>
                        <a:rPr lang="zh-CN" altLang="en-US" sz="1000" b="0" kern="1200" dirty="0">
                          <a:solidFill>
                            <a:schemeClr val="tx1"/>
                          </a:solidFill>
                          <a:latin typeface="+mn-ea"/>
                          <a:ea typeface="+mn-ea"/>
                          <a:cs typeface="+mn-cs"/>
                        </a:rPr>
                        <a:t>完成模型</a:t>
                      </a:r>
                      <a:r>
                        <a:rPr lang="en-US" altLang="zh-CN" sz="1000" b="0" kern="1200" dirty="0">
                          <a:solidFill>
                            <a:schemeClr val="tx1"/>
                          </a:solidFill>
                          <a:latin typeface="+mn-ea"/>
                          <a:ea typeface="+mn-ea"/>
                          <a:cs typeface="+mn-cs"/>
                        </a:rPr>
                        <a:t>NPU</a:t>
                      </a:r>
                      <a:r>
                        <a:rPr lang="zh-CN" altLang="en-US" sz="1000" b="0" kern="1200" dirty="0">
                          <a:solidFill>
                            <a:schemeClr val="tx1"/>
                          </a:solidFill>
                          <a:latin typeface="+mn-ea"/>
                          <a:ea typeface="+mn-ea"/>
                          <a:cs typeface="+mn-cs"/>
                        </a:rPr>
                        <a:t>适配、可直接运行</a:t>
                      </a:r>
                    </a:p>
                  </a:txBody>
                  <a:tcPr anchor="ctr"/>
                </a:tc>
                <a:tc>
                  <a:txBody>
                    <a:bodyPr/>
                    <a:lstStyle/>
                    <a:p>
                      <a:r>
                        <a:rPr lang="zh-CN" altLang="en-US" sz="1000" kern="1200" dirty="0">
                          <a:solidFill>
                            <a:schemeClr val="tx1"/>
                          </a:solidFill>
                          <a:latin typeface="+mn-ea"/>
                          <a:ea typeface="+mn-ea"/>
                          <a:cs typeface="+mn-cs"/>
                        </a:rPr>
                        <a:t>结合推理</a:t>
                      </a:r>
                      <a:r>
                        <a:rPr lang="zh-CN" altLang="en-US" sz="1000" kern="1200">
                          <a:solidFill>
                            <a:schemeClr val="tx1"/>
                          </a:solidFill>
                          <a:latin typeface="+mn-ea"/>
                          <a:ea typeface="+mn-ea"/>
                          <a:cs typeface="+mn-cs"/>
                        </a:rPr>
                        <a:t>框架，</a:t>
                      </a:r>
                      <a:r>
                        <a:rPr lang="zh-CN" altLang="en-US" sz="1000" kern="1200">
                          <a:solidFill>
                            <a:srgbClr val="C00000"/>
                          </a:solidFill>
                          <a:latin typeface="+mn-ea"/>
                          <a:ea typeface="+mn-ea"/>
                          <a:cs typeface="+mn-cs"/>
                        </a:rPr>
                        <a:t>完成</a:t>
                      </a:r>
                      <a:r>
                        <a:rPr lang="zh-CN" altLang="en-US" sz="1000" kern="1200" dirty="0">
                          <a:solidFill>
                            <a:srgbClr val="C00000"/>
                          </a:solidFill>
                          <a:latin typeface="+mn-ea"/>
                          <a:ea typeface="+mn-ea"/>
                          <a:cs typeface="+mn-cs"/>
                        </a:rPr>
                        <a:t>模型适配</a:t>
                      </a:r>
                      <a:endParaRPr lang="en-US" altLang="zh-CN" sz="1000" kern="1200" dirty="0">
                        <a:solidFill>
                          <a:srgbClr val="C00000"/>
                        </a:solidFill>
                        <a:latin typeface="+mn-ea"/>
                        <a:ea typeface="+mn-ea"/>
                        <a:cs typeface="+mn-cs"/>
                      </a:endParaRPr>
                    </a:p>
                  </a:txBody>
                  <a:tcPr anchor="ctr">
                    <a:solidFill>
                      <a:srgbClr val="FCF0CB"/>
                    </a:solidFill>
                  </a:tcPr>
                </a:tc>
                <a:tc>
                  <a:txBody>
                    <a:bodyPr/>
                    <a:lstStyle/>
                    <a:p>
                      <a:r>
                        <a:rPr lang="zh-CN" altLang="en-US" sz="1000" b="0" kern="1200" dirty="0">
                          <a:solidFill>
                            <a:schemeClr val="tx1"/>
                          </a:solidFill>
                          <a:latin typeface="+mn-ea"/>
                          <a:ea typeface="+mn-ea"/>
                          <a:cs typeface="+mn-cs"/>
                        </a:rPr>
                        <a:t>耗时天级到小时级</a:t>
                      </a:r>
                      <a:endParaRPr lang="zh-CN" altLang="en-US" sz="1000" kern="1200" dirty="0">
                        <a:solidFill>
                          <a:schemeClr val="tx1"/>
                        </a:solidFill>
                        <a:latin typeface="+mn-ea"/>
                        <a:ea typeface="+mn-ea"/>
                        <a:cs typeface="+mn-cs"/>
                      </a:endParaRPr>
                    </a:p>
                  </a:txBody>
                  <a:tcPr anchor="ctr"/>
                </a:tc>
                <a:extLst>
                  <a:ext uri="{0D108BD9-81ED-4DB2-BD59-A6C34878D82A}">
                    <a16:rowId xmlns:a16="http://schemas.microsoft.com/office/drawing/2014/main" val="679061674"/>
                  </a:ext>
                </a:extLst>
              </a:tr>
              <a:tr h="480060">
                <a:tc vMerge="1">
                  <a:txBody>
                    <a:bodyPr/>
                    <a:lstStyle/>
                    <a:p>
                      <a:pPr marL="0" algn="ctr" defTabSz="1187450" rtl="0" eaLnBrk="1" latinLnBrk="0" hangingPunct="1"/>
                      <a:endParaRPr lang="zh-CN" altLang="en-US" sz="1000" kern="1200" dirty="0">
                        <a:solidFill>
                          <a:schemeClr val="tx1"/>
                        </a:solidFill>
                        <a:latin typeface="+mn-ea"/>
                        <a:ea typeface="+mn-ea"/>
                        <a:cs typeface="+mn-cs"/>
                      </a:endParaRPr>
                    </a:p>
                  </a:txBody>
                  <a:tcPr/>
                </a:tc>
                <a:tc>
                  <a:txBody>
                    <a:bodyPr/>
                    <a:lstStyle/>
                    <a:p>
                      <a:pPr marL="0" marR="0" lvl="0" indent="0" algn="l" defTabSz="1187450" rtl="0" eaLnBrk="1" fontAlgn="auto" latinLnBrk="0" hangingPunct="1">
                        <a:lnSpc>
                          <a:spcPct val="100000"/>
                        </a:lnSpc>
                        <a:spcBef>
                          <a:spcPts val="0"/>
                        </a:spcBef>
                        <a:spcAft>
                          <a:spcPts val="0"/>
                        </a:spcAft>
                        <a:buClrTx/>
                        <a:buSzTx/>
                        <a:buFontTx/>
                        <a:buNone/>
                        <a:tabLst/>
                        <a:defRPr/>
                      </a:pPr>
                      <a:r>
                        <a:rPr lang="zh-CN" altLang="en-US" sz="1000" b="0" kern="1200" dirty="0">
                          <a:solidFill>
                            <a:schemeClr val="tx1"/>
                          </a:solidFill>
                          <a:latin typeface="+mn-ea"/>
                          <a:ea typeface="+mn-ea"/>
                          <a:cs typeface="+mn-cs"/>
                        </a:rPr>
                        <a:t>梳理模型结构，输出分析报告</a:t>
                      </a:r>
                    </a:p>
                  </a:txBody>
                  <a:tcPr anchor="ctr"/>
                </a:tc>
                <a:tc>
                  <a:txBody>
                    <a:bodyPr/>
                    <a:lstStyle/>
                    <a:p>
                      <a:r>
                        <a:rPr lang="zh-CN" altLang="en-US" sz="1000" kern="1200" dirty="0">
                          <a:solidFill>
                            <a:schemeClr val="tx1"/>
                          </a:solidFill>
                          <a:latin typeface="+mn-ea"/>
                          <a:ea typeface="+mn-ea"/>
                          <a:cs typeface="+mn-cs"/>
                        </a:rPr>
                        <a:t>根据模型特征，确定量化、并行、特性叠加策略</a:t>
                      </a:r>
                      <a:endParaRPr lang="en-US" altLang="zh-CN" sz="1000" kern="1200" dirty="0">
                        <a:solidFill>
                          <a:schemeClr val="tx1"/>
                        </a:solidFill>
                        <a:latin typeface="+mn-ea"/>
                        <a:ea typeface="+mn-ea"/>
                        <a:cs typeface="+mn-cs"/>
                      </a:endParaRPr>
                    </a:p>
                  </a:txBody>
                  <a:tcPr anchor="ctr">
                    <a:solidFill>
                      <a:srgbClr val="FCF0CB"/>
                    </a:solidFill>
                  </a:tcPr>
                </a:tc>
                <a:tc>
                  <a:txBody>
                    <a:bodyPr/>
                    <a:lstStyle/>
                    <a:p>
                      <a:r>
                        <a:rPr lang="zh-CN" altLang="en-US" sz="1000" b="0" kern="1200" dirty="0">
                          <a:solidFill>
                            <a:schemeClr val="tx1"/>
                          </a:solidFill>
                          <a:latin typeface="+mn-ea"/>
                          <a:ea typeface="+mn-ea"/>
                          <a:cs typeface="+mn-cs"/>
                        </a:rPr>
                        <a:t>耗时天级到小时级</a:t>
                      </a:r>
                      <a:endParaRPr lang="zh-CN" altLang="en-US" sz="1000" kern="1200" dirty="0">
                        <a:solidFill>
                          <a:schemeClr val="tx1"/>
                        </a:solidFill>
                        <a:latin typeface="+mn-ea"/>
                        <a:ea typeface="+mn-ea"/>
                        <a:cs typeface="+mn-cs"/>
                      </a:endParaRPr>
                    </a:p>
                  </a:txBody>
                  <a:tcPr anchor="ctr"/>
                </a:tc>
                <a:extLst>
                  <a:ext uri="{0D108BD9-81ED-4DB2-BD59-A6C34878D82A}">
                    <a16:rowId xmlns:a16="http://schemas.microsoft.com/office/drawing/2014/main" val="2274669839"/>
                  </a:ext>
                </a:extLst>
              </a:tr>
              <a:tr h="472440">
                <a:tc vMerge="1">
                  <a:txBody>
                    <a:bodyPr/>
                    <a:lstStyle/>
                    <a:p>
                      <a:pPr marL="0" algn="ctr" defTabSz="1187450" rtl="0" eaLnBrk="1" latinLnBrk="0" hangingPunct="1"/>
                      <a:endParaRPr lang="zh-CN" altLang="en-US" sz="1000" kern="1200" dirty="0">
                        <a:solidFill>
                          <a:schemeClr val="tx1"/>
                        </a:solidFill>
                        <a:latin typeface="+mn-ea"/>
                        <a:ea typeface="+mn-ea"/>
                        <a:cs typeface="+mn-cs"/>
                      </a:endParaRPr>
                    </a:p>
                  </a:txBody>
                  <a:tcPr/>
                </a:tc>
                <a:tc>
                  <a:txBody>
                    <a:bodyPr/>
                    <a:lstStyle/>
                    <a:p>
                      <a:r>
                        <a:rPr lang="zh-CN" altLang="en-US" sz="1000" kern="1200" dirty="0">
                          <a:solidFill>
                            <a:srgbClr val="C00000"/>
                          </a:solidFill>
                          <a:latin typeface="+mn-ea"/>
                          <a:ea typeface="+mn-ea"/>
                          <a:cs typeface="+mn-cs"/>
                        </a:rPr>
                        <a:t>稳定复现且存在基线</a:t>
                      </a:r>
                      <a:r>
                        <a:rPr lang="zh-CN" altLang="en-US" sz="1000" kern="1200" dirty="0">
                          <a:solidFill>
                            <a:schemeClr val="tx1"/>
                          </a:solidFill>
                          <a:latin typeface="+mn-ea"/>
                          <a:ea typeface="+mn-ea"/>
                          <a:cs typeface="+mn-cs"/>
                        </a:rPr>
                        <a:t>的精度问题定位及修复</a:t>
                      </a:r>
                      <a:endParaRPr lang="en-US" altLang="zh-CN" sz="1000" kern="1200" dirty="0">
                        <a:solidFill>
                          <a:schemeClr val="tx1"/>
                        </a:solidFill>
                        <a:latin typeface="+mn-ea"/>
                        <a:ea typeface="+mn-ea"/>
                        <a:cs typeface="+mn-cs"/>
                      </a:endParaRPr>
                    </a:p>
                  </a:txBody>
                  <a:tcPr anchor="ctr"/>
                </a:tc>
                <a:tc>
                  <a:txBody>
                    <a:bodyPr/>
                    <a:lstStyle/>
                    <a:p>
                      <a:r>
                        <a:rPr lang="zh-CN" altLang="en-US" sz="1000" kern="1200" dirty="0">
                          <a:solidFill>
                            <a:srgbClr val="C00000"/>
                          </a:solidFill>
                          <a:latin typeface="+mn-ea"/>
                          <a:ea typeface="+mn-ea"/>
                          <a:cs typeface="+mn-cs"/>
                        </a:rPr>
                        <a:t>偶现且存在基线</a:t>
                      </a:r>
                      <a:r>
                        <a:rPr lang="zh-CN" altLang="en-US" sz="1000" kern="1200" dirty="0">
                          <a:solidFill>
                            <a:schemeClr val="tx1"/>
                          </a:solidFill>
                          <a:latin typeface="+mn-ea"/>
                          <a:ea typeface="+mn-ea"/>
                          <a:cs typeface="+mn-cs"/>
                        </a:rPr>
                        <a:t>的精度问题定位及修复</a:t>
                      </a:r>
                    </a:p>
                  </a:txBody>
                  <a:tcPr anchor="ctr">
                    <a:solidFill>
                      <a:srgbClr val="FCF0CB"/>
                    </a:solidFill>
                  </a:tcPr>
                </a:tc>
                <a:tc>
                  <a:txBody>
                    <a:bodyPr/>
                    <a:lstStyle/>
                    <a:p>
                      <a:pPr marL="0" marR="0" lvl="0" indent="0" algn="l" defTabSz="1187450" rtl="0" eaLnBrk="1" fontAlgn="auto" latinLnBrk="0" hangingPunct="1">
                        <a:lnSpc>
                          <a:spcPct val="100000"/>
                        </a:lnSpc>
                        <a:spcBef>
                          <a:spcPts val="0"/>
                        </a:spcBef>
                        <a:spcAft>
                          <a:spcPts val="0"/>
                        </a:spcAft>
                        <a:buClrTx/>
                        <a:buSzTx/>
                        <a:buFontTx/>
                        <a:buNone/>
                        <a:tabLst/>
                        <a:defRPr/>
                      </a:pPr>
                      <a:r>
                        <a:rPr lang="zh-CN" altLang="en-US" sz="1000" b="0" kern="1200" dirty="0">
                          <a:solidFill>
                            <a:schemeClr val="tx1"/>
                          </a:solidFill>
                          <a:latin typeface="+mn-ea"/>
                          <a:ea typeface="+mn-ea"/>
                          <a:cs typeface="+mn-cs"/>
                        </a:rPr>
                        <a:t>耗时天级到小时级</a:t>
                      </a:r>
                      <a:endParaRPr lang="zh-CN" altLang="en-US" sz="1000" kern="1200" dirty="0">
                        <a:solidFill>
                          <a:schemeClr val="tx1"/>
                        </a:solidFill>
                        <a:latin typeface="+mn-ea"/>
                        <a:ea typeface="+mn-ea"/>
                        <a:cs typeface="+mn-cs"/>
                      </a:endParaRPr>
                    </a:p>
                  </a:txBody>
                  <a:tcPr anchor="ctr"/>
                </a:tc>
                <a:extLst>
                  <a:ext uri="{0D108BD9-81ED-4DB2-BD59-A6C34878D82A}">
                    <a16:rowId xmlns:a16="http://schemas.microsoft.com/office/drawing/2014/main" val="3018715029"/>
                  </a:ext>
                </a:extLst>
              </a:tr>
              <a:tr h="556260">
                <a:tc vMerge="1">
                  <a:txBody>
                    <a:bodyPr/>
                    <a:lstStyle/>
                    <a:p>
                      <a:pPr marL="0" algn="ctr" defTabSz="1187450" rtl="0" eaLnBrk="1" latinLnBrk="0" hangingPunct="1"/>
                      <a:endParaRPr lang="zh-CN" altLang="en-US" sz="1000" kern="1200" dirty="0">
                        <a:solidFill>
                          <a:schemeClr val="tx1"/>
                        </a:solidFill>
                        <a:latin typeface="+mn-ea"/>
                        <a:ea typeface="+mn-ea"/>
                        <a:cs typeface="+mn-cs"/>
                      </a:endParaRPr>
                    </a:p>
                  </a:txBody>
                  <a:tcPr/>
                </a:tc>
                <a:tc>
                  <a:txBody>
                    <a:bodyPr/>
                    <a:lstStyle/>
                    <a:p>
                      <a:r>
                        <a:rPr lang="zh-CN" altLang="en-US" sz="1000" kern="1200" dirty="0">
                          <a:solidFill>
                            <a:schemeClr val="tx1"/>
                          </a:solidFill>
                          <a:latin typeface="+mn-ea"/>
                          <a:ea typeface="+mn-ea"/>
                          <a:cs typeface="+mn-cs"/>
                        </a:rPr>
                        <a:t>模型自动接入优化、基于</a:t>
                      </a:r>
                      <a:r>
                        <a:rPr lang="zh-CN" altLang="en-US" sz="1000" kern="1200" dirty="0">
                          <a:solidFill>
                            <a:srgbClr val="C00000"/>
                          </a:solidFill>
                          <a:latin typeface="+mn-ea"/>
                          <a:ea typeface="+mn-ea"/>
                          <a:cs typeface="+mn-cs"/>
                        </a:rPr>
                        <a:t>同模型族</a:t>
                      </a:r>
                      <a:r>
                        <a:rPr lang="en-US" altLang="zh-CN" sz="1000" kern="1200" dirty="0">
                          <a:solidFill>
                            <a:srgbClr val="C00000"/>
                          </a:solidFill>
                          <a:latin typeface="+mn-ea"/>
                          <a:ea typeface="+mn-ea"/>
                          <a:cs typeface="+mn-cs"/>
                        </a:rPr>
                        <a:t>/</a:t>
                      </a:r>
                      <a:r>
                        <a:rPr lang="zh-CN" altLang="en-US" sz="1000" kern="1200" dirty="0">
                          <a:solidFill>
                            <a:srgbClr val="C00000"/>
                          </a:solidFill>
                          <a:latin typeface="+mn-ea"/>
                          <a:ea typeface="+mn-ea"/>
                          <a:cs typeface="+mn-cs"/>
                        </a:rPr>
                        <a:t>规模</a:t>
                      </a:r>
                      <a:r>
                        <a:rPr lang="zh-CN" altLang="en-US" sz="1000" kern="1200" dirty="0">
                          <a:solidFill>
                            <a:schemeClr val="tx1"/>
                          </a:solidFill>
                          <a:latin typeface="+mn-ea"/>
                          <a:ea typeface="+mn-ea"/>
                          <a:cs typeface="+mn-cs"/>
                        </a:rPr>
                        <a:t>模型文档输出配比及特性配置</a:t>
                      </a:r>
                      <a:endParaRPr lang="en-US" altLang="zh-CN" sz="1000" kern="1200" dirty="0">
                        <a:solidFill>
                          <a:schemeClr val="tx1"/>
                        </a:solidFill>
                        <a:latin typeface="+mn-ea"/>
                        <a:ea typeface="+mn-ea"/>
                        <a:cs typeface="+mn-cs"/>
                      </a:endParaRPr>
                    </a:p>
                  </a:txBody>
                  <a:tcPr anchor="ctr"/>
                </a:tc>
                <a:tc>
                  <a:txBody>
                    <a:bodyPr/>
                    <a:lstStyle/>
                    <a:p>
                      <a:r>
                        <a:rPr lang="zh-CN" altLang="en-US" sz="1000" kern="1200" dirty="0">
                          <a:solidFill>
                            <a:schemeClr val="tx1"/>
                          </a:solidFill>
                          <a:latin typeface="+mn-ea"/>
                          <a:ea typeface="+mn-ea"/>
                          <a:cs typeface="+mn-cs"/>
                        </a:rPr>
                        <a:t>根据</a:t>
                      </a:r>
                      <a:r>
                        <a:rPr lang="en-US" altLang="zh-CN" sz="1000" kern="1200" dirty="0">
                          <a:solidFill>
                            <a:schemeClr val="tx1"/>
                          </a:solidFill>
                          <a:latin typeface="+mn-ea"/>
                          <a:ea typeface="+mn-ea"/>
                          <a:cs typeface="+mn-cs"/>
                        </a:rPr>
                        <a:t>Profiling</a:t>
                      </a:r>
                      <a:r>
                        <a:rPr lang="zh-CN" altLang="en-US" sz="1000" kern="1200" dirty="0">
                          <a:solidFill>
                            <a:schemeClr val="tx1"/>
                          </a:solidFill>
                          <a:latin typeface="+mn-ea"/>
                          <a:ea typeface="+mn-ea"/>
                          <a:cs typeface="+mn-cs"/>
                        </a:rPr>
                        <a:t>识别模型性能瓶颈</a:t>
                      </a:r>
                      <a:endParaRPr lang="en-US" altLang="zh-CN" sz="1000" kern="1200" dirty="0">
                        <a:solidFill>
                          <a:schemeClr val="tx1"/>
                        </a:solidFill>
                        <a:latin typeface="+mn-ea"/>
                        <a:ea typeface="+mn-ea"/>
                        <a:cs typeface="+mn-cs"/>
                      </a:endParaRPr>
                    </a:p>
                    <a:p>
                      <a:r>
                        <a:rPr lang="zh-CN" altLang="en-US" sz="1000" kern="1200" dirty="0">
                          <a:solidFill>
                            <a:schemeClr val="tx1"/>
                          </a:solidFill>
                          <a:latin typeface="+mn-ea"/>
                          <a:ea typeface="+mn-ea"/>
                          <a:cs typeface="+mn-cs"/>
                        </a:rPr>
                        <a:t>融合算子自动识别和开发、优化</a:t>
                      </a:r>
                    </a:p>
                  </a:txBody>
                  <a:tcPr anchor="ctr">
                    <a:solidFill>
                      <a:srgbClr val="FCF0CB"/>
                    </a:solidFill>
                  </a:tcPr>
                </a:tc>
                <a:tc>
                  <a:txBody>
                    <a:bodyPr/>
                    <a:lstStyle/>
                    <a:p>
                      <a:r>
                        <a:rPr lang="zh-CN" altLang="en-US" sz="1000" kern="1200" dirty="0">
                          <a:solidFill>
                            <a:schemeClr val="tx1"/>
                          </a:solidFill>
                          <a:latin typeface="+mn-ea"/>
                          <a:ea typeface="+mn-ea"/>
                          <a:cs typeface="+mn-cs"/>
                        </a:rPr>
                        <a:t>耗时周级到天级</a:t>
                      </a:r>
                    </a:p>
                  </a:txBody>
                  <a:tcPr anchor="ctr"/>
                </a:tc>
                <a:extLst>
                  <a:ext uri="{0D108BD9-81ED-4DB2-BD59-A6C34878D82A}">
                    <a16:rowId xmlns:a16="http://schemas.microsoft.com/office/drawing/2014/main" val="2649454288"/>
                  </a:ext>
                </a:extLst>
              </a:tr>
              <a:tr h="472440">
                <a:tc vMerge="1">
                  <a:txBody>
                    <a:bodyPr/>
                    <a:lstStyle/>
                    <a:p>
                      <a:pPr marL="0" algn="ctr" defTabSz="1187450" rtl="0" eaLnBrk="1" latinLnBrk="0" hangingPunct="1"/>
                      <a:endParaRPr lang="zh-CN" altLang="en-US" sz="1000" kern="1200" dirty="0">
                        <a:solidFill>
                          <a:schemeClr val="tx1"/>
                        </a:solidFill>
                        <a:latin typeface="+mn-ea"/>
                        <a:ea typeface="+mn-ea"/>
                        <a:cs typeface="+mn-cs"/>
                      </a:endParaRPr>
                    </a:p>
                  </a:txBody>
                  <a:tcPr/>
                </a:tc>
                <a:tc>
                  <a:txBody>
                    <a:bodyPr/>
                    <a:lstStyle/>
                    <a:p>
                      <a:r>
                        <a:rPr lang="zh-CN" altLang="en-US" sz="1000" kern="1200" dirty="0">
                          <a:solidFill>
                            <a:srgbClr val="C00000"/>
                          </a:solidFill>
                          <a:latin typeface="+mn-ea"/>
                          <a:ea typeface="+mn-ea"/>
                          <a:cs typeface="+mn-cs"/>
                        </a:rPr>
                        <a:t>典型场景</a:t>
                      </a:r>
                      <a:r>
                        <a:rPr lang="zh-CN" altLang="en-US" sz="1000" kern="1200" dirty="0">
                          <a:solidFill>
                            <a:schemeClr val="tx1"/>
                          </a:solidFill>
                          <a:latin typeface="+mn-ea"/>
                          <a:ea typeface="+mn-ea"/>
                          <a:cs typeface="+mn-cs"/>
                        </a:rPr>
                        <a:t>性能自动搜集</a:t>
                      </a:r>
                      <a:r>
                        <a:rPr lang="en-US" altLang="zh-CN" sz="1000" kern="1200" dirty="0">
                          <a:solidFill>
                            <a:schemeClr val="tx1"/>
                          </a:solidFill>
                          <a:latin typeface="+mn-ea"/>
                          <a:ea typeface="+mn-ea"/>
                          <a:cs typeface="+mn-cs"/>
                        </a:rPr>
                        <a:t>&amp;</a:t>
                      </a:r>
                      <a:r>
                        <a:rPr lang="zh-CN" altLang="en-US" sz="1000" kern="1200" dirty="0">
                          <a:solidFill>
                            <a:schemeClr val="tx1"/>
                          </a:solidFill>
                          <a:latin typeface="+mn-ea"/>
                          <a:ea typeface="+mn-ea"/>
                          <a:cs typeface="+mn-cs"/>
                        </a:rPr>
                        <a:t>汇总</a:t>
                      </a:r>
                      <a:endParaRPr lang="en-US" altLang="zh-CN" sz="1000" kern="1200" dirty="0">
                        <a:solidFill>
                          <a:srgbClr val="C00000"/>
                        </a:solidFill>
                        <a:latin typeface="+mn-ea"/>
                        <a:ea typeface="+mn-ea"/>
                        <a:cs typeface="+mn-cs"/>
                      </a:endParaRPr>
                    </a:p>
                  </a:txBody>
                  <a:tcPr anchor="ctr"/>
                </a:tc>
                <a:tc>
                  <a:txBody>
                    <a:bodyPr/>
                    <a:lstStyle/>
                    <a:p>
                      <a:pPr marL="0" marR="0" lvl="0" indent="0" algn="l" defTabSz="1187450" rtl="0" eaLnBrk="1" fontAlgn="auto" latinLnBrk="0" hangingPunct="1">
                        <a:lnSpc>
                          <a:spcPct val="100000"/>
                        </a:lnSpc>
                        <a:spcBef>
                          <a:spcPts val="0"/>
                        </a:spcBef>
                        <a:spcAft>
                          <a:spcPts val="0"/>
                        </a:spcAft>
                        <a:buClrTx/>
                        <a:buSzTx/>
                        <a:buFontTx/>
                        <a:buNone/>
                        <a:tabLst/>
                        <a:defRPr/>
                      </a:pPr>
                      <a:r>
                        <a:rPr lang="zh-CN" altLang="en-US" sz="1000" dirty="0"/>
                        <a:t>不同场景测评结果的瓶颈点分析</a:t>
                      </a:r>
                      <a:endParaRPr lang="en-US" altLang="zh-CN" sz="1000" dirty="0">
                        <a:solidFill>
                          <a:srgbClr val="C00000"/>
                        </a:solidFill>
                      </a:endParaRPr>
                    </a:p>
                  </a:txBody>
                  <a:tcPr anchor="ctr">
                    <a:solidFill>
                      <a:srgbClr val="FCF0CB"/>
                    </a:solidFill>
                  </a:tcPr>
                </a:tc>
                <a:tc>
                  <a:txBody>
                    <a:bodyPr/>
                    <a:lstStyle/>
                    <a:p>
                      <a:pPr marL="0" marR="0" lvl="0" indent="0" algn="l" defTabSz="1187450" rtl="0" eaLnBrk="1" fontAlgn="auto" latinLnBrk="0" hangingPunct="1">
                        <a:lnSpc>
                          <a:spcPct val="100000"/>
                        </a:lnSpc>
                        <a:spcBef>
                          <a:spcPts val="0"/>
                        </a:spcBef>
                        <a:spcAft>
                          <a:spcPts val="0"/>
                        </a:spcAft>
                        <a:buClrTx/>
                        <a:buSzTx/>
                        <a:buFontTx/>
                        <a:buNone/>
                        <a:tabLst/>
                        <a:defRPr/>
                      </a:pPr>
                      <a:r>
                        <a:rPr lang="zh-CN" altLang="en-US" sz="1000" dirty="0">
                          <a:solidFill>
                            <a:schemeClr val="tx1"/>
                          </a:solidFill>
                        </a:rPr>
                        <a:t>小时级到分钟级</a:t>
                      </a:r>
                      <a:endParaRPr lang="en-US" altLang="zh-CN" sz="1000" dirty="0">
                        <a:solidFill>
                          <a:schemeClr val="tx1"/>
                        </a:solidFill>
                      </a:endParaRPr>
                    </a:p>
                  </a:txBody>
                  <a:tcPr anchor="ctr"/>
                </a:tc>
                <a:extLst>
                  <a:ext uri="{0D108BD9-81ED-4DB2-BD59-A6C34878D82A}">
                    <a16:rowId xmlns:a16="http://schemas.microsoft.com/office/drawing/2014/main" val="3596566706"/>
                  </a:ext>
                </a:extLst>
              </a:tr>
              <a:tr h="497204">
                <a:tc vMerge="1">
                  <a:txBody>
                    <a:bodyPr/>
                    <a:lstStyle/>
                    <a:p>
                      <a:pPr marL="0" algn="ctr" defTabSz="1187450" rtl="0" eaLnBrk="1" latinLnBrk="0" hangingPunct="1"/>
                      <a:endParaRPr lang="zh-CN" altLang="en-US" sz="1000" kern="1200" dirty="0">
                        <a:solidFill>
                          <a:schemeClr val="tx1"/>
                        </a:solidFill>
                        <a:latin typeface="+mn-ea"/>
                        <a:ea typeface="+mn-ea"/>
                        <a:cs typeface="+mn-cs"/>
                      </a:endParaRPr>
                    </a:p>
                  </a:txBody>
                  <a:tcPr/>
                </a:tc>
                <a:tc>
                  <a:txBody>
                    <a:bodyPr/>
                    <a:lstStyle/>
                    <a:p>
                      <a:r>
                        <a:rPr lang="zh-CN" altLang="en-US" sz="1000" dirty="0">
                          <a:solidFill>
                            <a:srgbClr val="C00000"/>
                          </a:solidFill>
                        </a:rPr>
                        <a:t>已有脚本</a:t>
                      </a:r>
                      <a:r>
                        <a:rPr lang="en-US" altLang="zh-CN" sz="1000" dirty="0">
                          <a:solidFill>
                            <a:srgbClr val="C00000"/>
                          </a:solidFill>
                        </a:rPr>
                        <a:t>/</a:t>
                      </a:r>
                      <a:r>
                        <a:rPr lang="zh-CN" altLang="en-US" sz="1000" dirty="0">
                          <a:solidFill>
                            <a:srgbClr val="C00000"/>
                          </a:solidFill>
                        </a:rPr>
                        <a:t>标准文档</a:t>
                      </a:r>
                      <a:r>
                        <a:rPr lang="zh-CN" altLang="en-US" sz="1000" dirty="0"/>
                        <a:t>的典型场景</a:t>
                      </a:r>
                      <a:endParaRPr lang="en-US" altLang="zh-CN" sz="1000" dirty="0"/>
                    </a:p>
                  </a:txBody>
                  <a:tcPr anchor="ctr"/>
                </a:tc>
                <a:tc>
                  <a:txBody>
                    <a:bodyPr/>
                    <a:lstStyle/>
                    <a:p>
                      <a:r>
                        <a:rPr lang="zh-CN" altLang="en-US" sz="1000" kern="1200" dirty="0">
                          <a:solidFill>
                            <a:schemeClr val="tx1"/>
                          </a:solidFill>
                          <a:latin typeface="+mn-ea"/>
                          <a:ea typeface="+mn-ea"/>
                          <a:cs typeface="+mn-cs"/>
                        </a:rPr>
                        <a:t>现网运维能力</a:t>
                      </a:r>
                      <a:r>
                        <a:rPr lang="en-US" altLang="zh-CN" sz="1000" kern="1200" dirty="0">
                          <a:solidFill>
                            <a:schemeClr val="tx1"/>
                          </a:solidFill>
                          <a:latin typeface="+mn-ea"/>
                          <a:ea typeface="+mn-ea"/>
                          <a:cs typeface="+mn-cs"/>
                        </a:rPr>
                        <a:t>/</a:t>
                      </a:r>
                      <a:r>
                        <a:rPr lang="zh-CN" altLang="en-US" sz="1000" kern="1200" dirty="0">
                          <a:solidFill>
                            <a:srgbClr val="C00000"/>
                          </a:solidFill>
                          <a:latin typeface="+mn-ea"/>
                          <a:ea typeface="+mn-ea"/>
                          <a:cs typeface="+mn-cs"/>
                        </a:rPr>
                        <a:t>可定位性能力提升</a:t>
                      </a:r>
                    </a:p>
                  </a:txBody>
                  <a:tcPr anchor="ctr">
                    <a:solidFill>
                      <a:srgbClr val="FCF0CB"/>
                    </a:solidFill>
                  </a:tcPr>
                </a:tc>
                <a:tc>
                  <a:txBody>
                    <a:bodyPr/>
                    <a:lstStyle/>
                    <a:p>
                      <a:r>
                        <a:rPr lang="zh-CN" altLang="en-US" sz="1000" kern="1200" dirty="0">
                          <a:solidFill>
                            <a:schemeClr val="tx1"/>
                          </a:solidFill>
                          <a:latin typeface="+mn-ea"/>
                          <a:ea typeface="+mn-ea"/>
                          <a:cs typeface="+mn-cs"/>
                        </a:rPr>
                        <a:t>天级到小时级</a:t>
                      </a:r>
                    </a:p>
                  </a:txBody>
                  <a:tcPr anchor="ctr"/>
                </a:tc>
                <a:extLst>
                  <a:ext uri="{0D108BD9-81ED-4DB2-BD59-A6C34878D82A}">
                    <a16:rowId xmlns:a16="http://schemas.microsoft.com/office/drawing/2014/main" val="2755572556"/>
                  </a:ext>
                </a:extLst>
              </a:tr>
              <a:tr h="441466">
                <a:tc vMerge="1">
                  <a:txBody>
                    <a:bodyPr/>
                    <a:lstStyle/>
                    <a:p>
                      <a:pPr marL="0" marR="0" lvl="0" indent="0" algn="ctr" defTabSz="1187450" rtl="0" eaLnBrk="1" fontAlgn="auto" latinLnBrk="0" hangingPunct="1">
                        <a:lnSpc>
                          <a:spcPct val="100000"/>
                        </a:lnSpc>
                        <a:spcBef>
                          <a:spcPts val="0"/>
                        </a:spcBef>
                        <a:spcAft>
                          <a:spcPts val="0"/>
                        </a:spcAft>
                        <a:buClrTx/>
                        <a:buSzTx/>
                        <a:buFontTx/>
                        <a:buNone/>
                        <a:tabLst/>
                        <a:defRPr/>
                      </a:pPr>
                      <a:endParaRPr lang="en-US" altLang="zh-CN" sz="1000" kern="1200" dirty="0">
                        <a:solidFill>
                          <a:schemeClr val="tx1"/>
                        </a:solidFill>
                        <a:latin typeface="+mn-ea"/>
                        <a:ea typeface="+mn-ea"/>
                        <a:cs typeface="+mn-cs"/>
                      </a:endParaRPr>
                    </a:p>
                  </a:txBody>
                  <a:tcPr/>
                </a:tc>
                <a:tc>
                  <a:txBody>
                    <a:bodyPr/>
                    <a:lstStyle/>
                    <a:p>
                      <a:pPr marL="0" marR="0" lvl="0" indent="0" algn="l" defTabSz="1187450" rtl="0" eaLnBrk="1" fontAlgn="auto" latinLnBrk="0" hangingPunct="1">
                        <a:lnSpc>
                          <a:spcPct val="100000"/>
                        </a:lnSpc>
                        <a:spcBef>
                          <a:spcPts val="0"/>
                        </a:spcBef>
                        <a:spcAft>
                          <a:spcPts val="0"/>
                        </a:spcAft>
                        <a:buClrTx/>
                        <a:buSzTx/>
                        <a:buFontTx/>
                        <a:buNone/>
                        <a:tabLst/>
                        <a:defRPr/>
                      </a:pPr>
                      <a:r>
                        <a:rPr lang="zh-CN" altLang="en-US" sz="1000" dirty="0"/>
                        <a:t>社区开发者</a:t>
                      </a:r>
                      <a:r>
                        <a:rPr lang="en-US" altLang="zh-CN" sz="1000" dirty="0"/>
                        <a:t>Issue</a:t>
                      </a:r>
                      <a:r>
                        <a:rPr lang="zh-CN" altLang="en-US" sz="1000" dirty="0">
                          <a:solidFill>
                            <a:srgbClr val="C00000"/>
                          </a:solidFill>
                        </a:rPr>
                        <a:t>首响应与分发</a:t>
                      </a:r>
                    </a:p>
                  </a:txBody>
                  <a:tcPr anchor="ctr"/>
                </a:tc>
                <a:tc>
                  <a:txBody>
                    <a:bodyPr/>
                    <a:lstStyle/>
                    <a:p>
                      <a:pPr marL="0" marR="0" lvl="0" indent="0" algn="l" defTabSz="1187450" rtl="0" eaLnBrk="1" fontAlgn="auto" latinLnBrk="0" hangingPunct="1">
                        <a:lnSpc>
                          <a:spcPct val="100000"/>
                        </a:lnSpc>
                        <a:spcBef>
                          <a:spcPts val="0"/>
                        </a:spcBef>
                        <a:spcAft>
                          <a:spcPts val="0"/>
                        </a:spcAft>
                        <a:buClrTx/>
                        <a:buSzTx/>
                        <a:buFontTx/>
                        <a:buNone/>
                        <a:tabLst/>
                        <a:defRPr/>
                      </a:pPr>
                      <a:r>
                        <a:rPr lang="zh-CN" altLang="en-US" sz="1000" dirty="0"/>
                        <a:t>社区开发者</a:t>
                      </a:r>
                      <a:r>
                        <a:rPr lang="en-US" altLang="zh-CN" sz="1000" dirty="0">
                          <a:solidFill>
                            <a:srgbClr val="C00000"/>
                          </a:solidFill>
                        </a:rPr>
                        <a:t>Issue</a:t>
                      </a:r>
                      <a:r>
                        <a:rPr lang="zh-CN" altLang="en-US" sz="1000" dirty="0">
                          <a:solidFill>
                            <a:srgbClr val="C00000"/>
                          </a:solidFill>
                        </a:rPr>
                        <a:t>处理</a:t>
                      </a:r>
                    </a:p>
                    <a:p>
                      <a:endParaRPr lang="zh-CN" altLang="en-US" sz="1000" kern="1200" dirty="0">
                        <a:solidFill>
                          <a:schemeClr val="tx1"/>
                        </a:solidFill>
                        <a:latin typeface="+mn-ea"/>
                        <a:ea typeface="+mn-ea"/>
                        <a:cs typeface="+mn-cs"/>
                      </a:endParaRPr>
                    </a:p>
                  </a:txBody>
                  <a:tcPr anchor="ctr">
                    <a:solidFill>
                      <a:srgbClr val="FCF0CB"/>
                    </a:solidFill>
                  </a:tcPr>
                </a:tc>
                <a:tc>
                  <a:txBody>
                    <a:bodyPr/>
                    <a:lstStyle/>
                    <a:p>
                      <a:r>
                        <a:rPr lang="zh-CN" altLang="en-US" sz="1000" b="0" kern="1200" dirty="0">
                          <a:solidFill>
                            <a:schemeClr val="tx1"/>
                          </a:solidFill>
                          <a:latin typeface="+mn-ea"/>
                          <a:ea typeface="+mn-ea"/>
                          <a:cs typeface="+mn-cs"/>
                        </a:rPr>
                        <a:t>天级到小时级</a:t>
                      </a:r>
                    </a:p>
                  </a:txBody>
                  <a:tcPr anchor="ctr"/>
                </a:tc>
                <a:extLst>
                  <a:ext uri="{0D108BD9-81ED-4DB2-BD59-A6C34878D82A}">
                    <a16:rowId xmlns:a16="http://schemas.microsoft.com/office/drawing/2014/main" val="2542898407"/>
                  </a:ext>
                </a:extLst>
              </a:tr>
            </a:tbl>
          </a:graphicData>
        </a:graphic>
      </p:graphicFrame>
      <p:cxnSp>
        <p:nvCxnSpPr>
          <p:cNvPr id="6" name="直接箭头连接符 5">
            <a:extLst>
              <a:ext uri="{FF2B5EF4-FFF2-40B4-BE49-F238E27FC236}">
                <a16:creationId xmlns:a16="http://schemas.microsoft.com/office/drawing/2014/main" id="{BC69EE79-C3EB-4D4A-C4C5-8F4F6CD12327}"/>
              </a:ext>
            </a:extLst>
          </p:cNvPr>
          <p:cNvCxnSpPr>
            <a:cxnSpLocks/>
          </p:cNvCxnSpPr>
          <p:nvPr/>
        </p:nvCxnSpPr>
        <p:spPr>
          <a:xfrm>
            <a:off x="5229447" y="3279050"/>
            <a:ext cx="0" cy="230953"/>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2" name="直接箭头连接符 21">
            <a:extLst>
              <a:ext uri="{FF2B5EF4-FFF2-40B4-BE49-F238E27FC236}">
                <a16:creationId xmlns:a16="http://schemas.microsoft.com/office/drawing/2014/main" id="{BC680CDA-94B2-B7AC-8B2A-BC6BD4F39630}"/>
              </a:ext>
            </a:extLst>
          </p:cNvPr>
          <p:cNvCxnSpPr>
            <a:cxnSpLocks/>
          </p:cNvCxnSpPr>
          <p:nvPr/>
        </p:nvCxnSpPr>
        <p:spPr>
          <a:xfrm>
            <a:off x="5228826" y="3778313"/>
            <a:ext cx="0" cy="230953"/>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5" name="直接箭头连接符 24">
            <a:extLst>
              <a:ext uri="{FF2B5EF4-FFF2-40B4-BE49-F238E27FC236}">
                <a16:creationId xmlns:a16="http://schemas.microsoft.com/office/drawing/2014/main" id="{FDA927CE-3C68-41AB-0470-2D801FC1D23A}"/>
              </a:ext>
            </a:extLst>
          </p:cNvPr>
          <p:cNvCxnSpPr>
            <a:cxnSpLocks/>
          </p:cNvCxnSpPr>
          <p:nvPr/>
        </p:nvCxnSpPr>
        <p:spPr>
          <a:xfrm>
            <a:off x="5225395" y="4283706"/>
            <a:ext cx="0" cy="230953"/>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0" name="直接箭头连接符 29">
            <a:extLst>
              <a:ext uri="{FF2B5EF4-FFF2-40B4-BE49-F238E27FC236}">
                <a16:creationId xmlns:a16="http://schemas.microsoft.com/office/drawing/2014/main" id="{9477E8BB-C64E-DF6E-81A9-F48BF457C94C}"/>
              </a:ext>
            </a:extLst>
          </p:cNvPr>
          <p:cNvCxnSpPr>
            <a:cxnSpLocks/>
          </p:cNvCxnSpPr>
          <p:nvPr/>
        </p:nvCxnSpPr>
        <p:spPr>
          <a:xfrm>
            <a:off x="5225394" y="4775707"/>
            <a:ext cx="0" cy="230953"/>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36" name="文本框 35">
            <a:extLst>
              <a:ext uri="{FF2B5EF4-FFF2-40B4-BE49-F238E27FC236}">
                <a16:creationId xmlns:a16="http://schemas.microsoft.com/office/drawing/2014/main" id="{B0ACE518-2066-E624-9B95-D455069B1107}"/>
              </a:ext>
            </a:extLst>
          </p:cNvPr>
          <p:cNvSpPr txBox="1"/>
          <p:nvPr/>
        </p:nvSpPr>
        <p:spPr>
          <a:xfrm>
            <a:off x="512329" y="1592442"/>
            <a:ext cx="3797784" cy="3568028"/>
          </a:xfrm>
          <a:prstGeom prst="rect">
            <a:avLst/>
          </a:prstGeom>
          <a:noFill/>
        </p:spPr>
        <p:txBody>
          <a:bodyPr wrap="square">
            <a:spAutoFit/>
          </a:bodyPr>
          <a:lstStyle/>
          <a:p>
            <a:pPr>
              <a:lnSpc>
                <a:spcPct val="150000"/>
              </a:lnSpc>
            </a:pPr>
            <a:r>
              <a:rPr lang="zh-CN" altLang="en-US" sz="1400" b="1" kern="0" dirty="0">
                <a:latin typeface="微软雅黑" panose="020B0503020204020204" pitchFamily="34" charset="-122"/>
                <a:ea typeface="微软雅黑" panose="020B0503020204020204" pitchFamily="34" charset="-122"/>
              </a:rPr>
              <a:t>① </a:t>
            </a:r>
            <a:r>
              <a:rPr kumimoji="0"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识别推理场景关键业务活动</a:t>
            </a:r>
            <a:endParaRPr kumimoji="0" lang="en-US" altLang="zh-CN"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indent="-171450">
              <a:lnSpc>
                <a:spcPct val="150000"/>
              </a:lnSpc>
              <a:buFont typeface="Wingdings" panose="05000000000000000000" pitchFamily="2" charset="2"/>
              <a:buChar char="Ø"/>
            </a:pPr>
            <a:r>
              <a:rPr kumimoji="0" lang="zh-CN" altLang="en-US" sz="120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 能做的场景快速</a:t>
            </a:r>
            <a:r>
              <a:rPr kumimoji="0" lang="en-US" altLang="zh-CN" sz="120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Agent</a:t>
            </a:r>
            <a:r>
              <a:rPr kumimoji="0" lang="zh-CN" altLang="en-US" sz="120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化，推广复制</a:t>
            </a:r>
            <a:endParaRPr lang="en-US" altLang="zh-CN" sz="1200" kern="0" dirty="0">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Ø"/>
            </a:pPr>
            <a:r>
              <a:rPr lang="zh-CN" altLang="en-US" sz="1200" kern="0" dirty="0">
                <a:latin typeface="微软雅黑" panose="020B0503020204020204" pitchFamily="34" charset="-122"/>
                <a:ea typeface="微软雅黑" panose="020B0503020204020204" pitchFamily="34" charset="-122"/>
              </a:rPr>
              <a:t> </a:t>
            </a:r>
            <a:r>
              <a:rPr kumimoji="0" lang="zh-CN" altLang="en-US" sz="120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探索做的场景成立</a:t>
            </a:r>
            <a:r>
              <a:rPr kumimoji="0" lang="zh-CN" altLang="en-US" sz="120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课题组</a:t>
            </a:r>
            <a:r>
              <a:rPr kumimoji="0" lang="zh-CN" altLang="en-US" sz="120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，专项运作</a:t>
            </a:r>
            <a:endParaRPr lang="en-US" altLang="zh-CN" sz="1400" kern="0" dirty="0">
              <a:latin typeface="微软雅黑" panose="020B0503020204020204" pitchFamily="34" charset="-122"/>
              <a:ea typeface="微软雅黑" panose="020B0503020204020204" pitchFamily="34" charset="-122"/>
            </a:endParaRPr>
          </a:p>
          <a:p>
            <a:pPr>
              <a:lnSpc>
                <a:spcPct val="150000"/>
              </a:lnSpc>
            </a:pPr>
            <a:r>
              <a:rPr kumimoji="0" lang="zh-CN" altLang="en-US" sz="1400" b="1" i="0"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② 提高</a:t>
            </a:r>
            <a:r>
              <a:rPr kumimoji="0" lang="en-US" altLang="zh-CN" sz="1400" b="1" i="0"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AI Agent</a:t>
            </a:r>
            <a:r>
              <a:rPr kumimoji="0" lang="zh-CN" altLang="en-US" sz="1400" b="1" i="0"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使用率</a:t>
            </a:r>
            <a:endParaRPr kumimoji="0" lang="en-US" altLang="zh-CN" sz="1400" b="1" i="0"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indent="-171450">
              <a:lnSpc>
                <a:spcPct val="150000"/>
              </a:lnSpc>
              <a:buFont typeface="Wingdings" panose="05000000000000000000" pitchFamily="2" charset="2"/>
              <a:buChar char="Ø"/>
            </a:pPr>
            <a:r>
              <a:rPr kumimoji="0" lang="zh-CN" altLang="en-US" sz="120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 构建蓝区</a:t>
            </a:r>
            <a:r>
              <a:rPr kumimoji="0" lang="en-US" altLang="zh-CN" sz="120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Agent</a:t>
            </a:r>
            <a:r>
              <a:rPr kumimoji="0" lang="zh-CN" altLang="en-US" sz="120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中转站</a:t>
            </a:r>
            <a:r>
              <a:rPr kumimoji="0" lang="zh-CN" altLang="en-US" sz="120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，降低</a:t>
            </a:r>
            <a:r>
              <a:rPr kumimoji="0" lang="en-US" altLang="zh-CN" sz="120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Agent</a:t>
            </a:r>
            <a:r>
              <a:rPr kumimoji="0" lang="zh-CN" altLang="en-US" sz="120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使用门槛</a:t>
            </a:r>
            <a:endParaRPr kumimoji="0" lang="en-US" altLang="zh-CN" sz="120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indent="-171450">
              <a:lnSpc>
                <a:spcPct val="150000"/>
              </a:lnSpc>
              <a:buFont typeface="Wingdings" panose="05000000000000000000" pitchFamily="2" charset="2"/>
              <a:buChar char="Ø"/>
            </a:pPr>
            <a:r>
              <a:rPr kumimoji="0" lang="zh-CN" altLang="en-US" sz="120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 沉淀</a:t>
            </a:r>
            <a:r>
              <a:rPr lang="zh-CN" altLang="en-US" sz="1200" kern="0" dirty="0">
                <a:latin typeface="微软雅黑" panose="020B0503020204020204" pitchFamily="34" charset="-122"/>
                <a:ea typeface="微软雅黑" panose="020B0503020204020204" pitchFamily="34" charset="-122"/>
              </a:rPr>
              <a:t>高质量的</a:t>
            </a:r>
            <a:r>
              <a:rPr lang="en-US" altLang="zh-CN" sz="1200" kern="0" dirty="0">
                <a:latin typeface="微软雅黑" panose="020B0503020204020204" pitchFamily="34" charset="-122"/>
                <a:ea typeface="微软雅黑" panose="020B0503020204020204" pitchFamily="34" charset="-122"/>
              </a:rPr>
              <a:t>skills</a:t>
            </a:r>
            <a:r>
              <a:rPr lang="zh-CN" altLang="en-US" sz="1200" kern="0" dirty="0">
                <a:latin typeface="微软雅黑" panose="020B0503020204020204" pitchFamily="34" charset="-122"/>
                <a:ea typeface="微软雅黑" panose="020B0503020204020204" pitchFamily="34" charset="-122"/>
              </a:rPr>
              <a:t>，知识库等公共资产，重复利用</a:t>
            </a:r>
            <a:endParaRPr lang="en-US" altLang="zh-CN" sz="1400" kern="0" dirty="0">
              <a:latin typeface="微软雅黑" panose="020B0503020204020204" pitchFamily="34" charset="-122"/>
              <a:ea typeface="微软雅黑" panose="020B0503020204020204" pitchFamily="34" charset="-122"/>
            </a:endParaRPr>
          </a:p>
          <a:p>
            <a:pPr>
              <a:lnSpc>
                <a:spcPct val="150000"/>
              </a:lnSpc>
            </a:pPr>
            <a:r>
              <a:rPr kumimoji="0"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③ 衡量</a:t>
            </a:r>
            <a:r>
              <a:rPr kumimoji="0" lang="en-US" altLang="zh-CN"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AI Agent</a:t>
            </a:r>
            <a:r>
              <a:rPr kumimoji="0"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化的</a:t>
            </a:r>
            <a:r>
              <a:rPr lang="zh-CN" altLang="en-US" sz="1400" b="1" kern="0">
                <a:latin typeface="微软雅黑" panose="020B0503020204020204" pitchFamily="34" charset="-122"/>
                <a:ea typeface="微软雅黑" panose="020B0503020204020204" pitchFamily="34" charset="-122"/>
              </a:rPr>
              <a:t>效率提升指标</a:t>
            </a:r>
            <a:endParaRPr kumimoji="0" lang="en-US" altLang="zh-CN"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indent="-171450">
              <a:lnSpc>
                <a:spcPct val="150000"/>
              </a:lnSpc>
              <a:buFont typeface="Wingdings" panose="05000000000000000000" pitchFamily="2" charset="2"/>
              <a:buChar char="Ø"/>
            </a:pPr>
            <a:r>
              <a:rPr lang="en-US" altLang="zh-CN" sz="1200" kern="0" dirty="0">
                <a:latin typeface="微软雅黑" panose="020B0503020204020204" pitchFamily="34" charset="-122"/>
                <a:ea typeface="微软雅黑" panose="020B0503020204020204" pitchFamily="34" charset="-122"/>
              </a:rPr>
              <a:t> AI Agent</a:t>
            </a:r>
            <a:r>
              <a:rPr lang="zh-CN" altLang="en-US" sz="1200" kern="0" dirty="0">
                <a:latin typeface="微软雅黑" panose="020B0503020204020204" pitchFamily="34" charset="-122"/>
                <a:ea typeface="微软雅黑" panose="020B0503020204020204" pitchFamily="34" charset="-122"/>
              </a:rPr>
              <a:t>人员使用率</a:t>
            </a:r>
            <a:endParaRPr kumimoji="0" lang="en-US" altLang="zh-CN" sz="120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indent="-171450">
              <a:lnSpc>
                <a:spcPct val="150000"/>
              </a:lnSpc>
              <a:buFont typeface="Wingdings" panose="05000000000000000000" pitchFamily="2" charset="2"/>
              <a:buChar char="Ø"/>
            </a:pPr>
            <a:r>
              <a:rPr lang="en-US" altLang="zh-CN" sz="1200" kern="0" dirty="0">
                <a:latin typeface="微软雅黑" panose="020B0503020204020204" pitchFamily="34" charset="-122"/>
                <a:ea typeface="微软雅黑" panose="020B0503020204020204" pitchFamily="34" charset="-122"/>
              </a:rPr>
              <a:t> Agent</a:t>
            </a:r>
            <a:r>
              <a:rPr lang="zh-CN" altLang="en-US" sz="1200" kern="0" dirty="0">
                <a:latin typeface="微软雅黑" panose="020B0503020204020204" pitchFamily="34" charset="-122"/>
                <a:ea typeface="微软雅黑" panose="020B0503020204020204" pitchFamily="34" charset="-122"/>
              </a:rPr>
              <a:t>的</a:t>
            </a:r>
            <a:r>
              <a:rPr lang="en-US" altLang="zh-CN" sz="1200" kern="0" dirty="0">
                <a:solidFill>
                  <a:srgbClr val="C00000"/>
                </a:solidFill>
                <a:latin typeface="微软雅黑" panose="020B0503020204020204" pitchFamily="34" charset="-122"/>
                <a:ea typeface="微软雅黑" panose="020B0503020204020204" pitchFamily="34" charset="-122"/>
              </a:rPr>
              <a:t>PR</a:t>
            </a:r>
            <a:r>
              <a:rPr lang="zh-CN" altLang="en-US" sz="1200" kern="0" dirty="0">
                <a:solidFill>
                  <a:srgbClr val="C00000"/>
                </a:solidFill>
                <a:latin typeface="微软雅黑" panose="020B0503020204020204" pitchFamily="34" charset="-122"/>
                <a:ea typeface="微软雅黑" panose="020B0503020204020204" pitchFamily="34" charset="-122"/>
              </a:rPr>
              <a:t>提交数</a:t>
            </a:r>
            <a:r>
              <a:rPr lang="zh-CN" altLang="en-US" sz="1200" kern="0" dirty="0">
                <a:latin typeface="微软雅黑" panose="020B0503020204020204" pitchFamily="34" charset="-122"/>
                <a:ea typeface="微软雅黑" panose="020B0503020204020204" pitchFamily="34" charset="-122"/>
              </a:rPr>
              <a:t>占比</a:t>
            </a:r>
            <a:endParaRPr lang="en-US" altLang="zh-CN" sz="1200" kern="0" dirty="0">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Ø"/>
            </a:pPr>
            <a:r>
              <a:rPr lang="zh-CN" altLang="en-US" sz="1200" kern="0" dirty="0">
                <a:latin typeface="微软雅黑" panose="020B0503020204020204" pitchFamily="34" charset="-122"/>
                <a:ea typeface="微软雅黑" panose="020B0503020204020204" pitchFamily="34" charset="-122"/>
              </a:rPr>
              <a:t> 模型开箱关键活动中</a:t>
            </a:r>
            <a:r>
              <a:rPr lang="en-US" altLang="zh-CN" sz="1200" kern="0" dirty="0">
                <a:solidFill>
                  <a:srgbClr val="C00000"/>
                </a:solidFill>
                <a:latin typeface="微软雅黑" panose="020B0503020204020204" pitchFamily="34" charset="-122"/>
                <a:ea typeface="微软雅黑" panose="020B0503020204020204" pitchFamily="34" charset="-122"/>
              </a:rPr>
              <a:t>Agent</a:t>
            </a:r>
            <a:r>
              <a:rPr lang="zh-CN" altLang="en-US" sz="1200" kern="0" dirty="0">
                <a:solidFill>
                  <a:srgbClr val="C00000"/>
                </a:solidFill>
                <a:latin typeface="微软雅黑" panose="020B0503020204020204" pitchFamily="34" charset="-122"/>
                <a:ea typeface="微软雅黑" panose="020B0503020204020204" pitchFamily="34" charset="-122"/>
              </a:rPr>
              <a:t>参与占比</a:t>
            </a:r>
            <a:r>
              <a:rPr lang="zh-CN" altLang="en-US" sz="1200" kern="0" dirty="0">
                <a:latin typeface="微软雅黑" panose="020B0503020204020204" pitchFamily="34" charset="-122"/>
                <a:ea typeface="微软雅黑" panose="020B0503020204020204" pitchFamily="34" charset="-122"/>
              </a:rPr>
              <a:t>，如</a:t>
            </a:r>
            <a:r>
              <a:rPr lang="en-US" altLang="zh-CN" sz="1200" kern="0" dirty="0">
                <a:latin typeface="微软雅黑" panose="020B0503020204020204" pitchFamily="34" charset="-122"/>
                <a:ea typeface="微软雅黑" panose="020B0503020204020204" pitchFamily="34" charset="-122"/>
              </a:rPr>
              <a:t>0day</a:t>
            </a:r>
            <a:endParaRPr lang="en-US" altLang="zh-CN" sz="1400" kern="0" dirty="0">
              <a:latin typeface="微软雅黑" panose="020B0503020204020204" pitchFamily="34" charset="-122"/>
              <a:ea typeface="微软雅黑" panose="020B0503020204020204" pitchFamily="34" charset="-122"/>
            </a:endParaRPr>
          </a:p>
          <a:p>
            <a:pPr>
              <a:lnSpc>
                <a:spcPct val="150000"/>
              </a:lnSpc>
            </a:pPr>
            <a:r>
              <a:rPr kumimoji="0"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④ 人员能力提升和评价</a:t>
            </a:r>
            <a:r>
              <a:rPr lang="zh-CN" altLang="en-US" sz="1400" b="1" kern="0" dirty="0">
                <a:latin typeface="微软雅黑" panose="020B0503020204020204" pitchFamily="34" charset="-122"/>
                <a:ea typeface="微软雅黑" panose="020B0503020204020204" pitchFamily="34" charset="-122"/>
              </a:rPr>
              <a:t>标准</a:t>
            </a:r>
            <a:endParaRPr kumimoji="0" lang="en-US" altLang="zh-CN"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indent="-171450">
              <a:lnSpc>
                <a:spcPct val="150000"/>
              </a:lnSpc>
              <a:buFont typeface="Wingdings" panose="05000000000000000000" pitchFamily="2" charset="2"/>
              <a:buChar char="Ø"/>
            </a:pPr>
            <a:r>
              <a:rPr lang="zh-CN" altLang="en-US" sz="1200" dirty="0"/>
              <a:t> 举证和答辩</a:t>
            </a:r>
          </a:p>
        </p:txBody>
      </p:sp>
    </p:spTree>
    <p:extLst>
      <p:ext uri="{BB962C8B-B14F-4D97-AF65-F5344CB8AC3E}">
        <p14:creationId xmlns:p14="http://schemas.microsoft.com/office/powerpoint/2010/main" val="2866276836"/>
      </p:ext>
    </p:extLst>
  </p:cSld>
  <p:clrMapOvr>
    <a:masterClrMapping/>
  </p:clrMapOvr>
</p:sld>
</file>

<file path=ppt/theme/theme1.xml><?xml version="1.0" encoding="utf-8"?>
<a:theme xmlns:a="http://schemas.openxmlformats.org/drawingml/2006/main" name="封面页_图片版 ">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sz="3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4E5724B-7154-473D-A508-2B054E8EE854}"/>
    </a:ext>
  </a:extLst>
</a:theme>
</file>

<file path=ppt/theme/theme2.xml><?xml version="1.0" encoding="utf-8"?>
<a:theme xmlns:a="http://schemas.openxmlformats.org/drawingml/2006/main" name="目录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sz="2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91E8AC51-71E2-47EB-A98B-31EFD4425DE1}"/>
    </a:ext>
  </a:extLst>
</a:theme>
</file>

<file path=ppt/theme/theme3.xml><?xml version="1.0" encoding="utf-8"?>
<a:theme xmlns:a="http://schemas.openxmlformats.org/drawingml/2006/main" name="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C34AD67-7538-4717-9A73-50191031DBF3}"/>
    </a:ext>
  </a:extLst>
</a:theme>
</file>

<file path=ppt/theme/theme4.xml><?xml version="1.0" encoding="utf-8"?>
<a:theme xmlns:a="http://schemas.openxmlformats.org/drawingml/2006/main" name="结束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kumimoji="1" sz="3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CE9DE895-046C-40AC-AD8E-ED7DD660489B}"/>
    </a:ext>
  </a:extLst>
</a:theme>
</file>

<file path=ppt/theme/theme5.xml><?xml version="1.0" encoding="utf-8"?>
<a:theme xmlns:a="http://schemas.openxmlformats.org/drawingml/2006/main" name="13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C34AD67-7538-4717-9A73-50191031DBF3}"/>
    </a:ext>
  </a:extLst>
</a:theme>
</file>

<file path=ppt/theme/theme6.xml><?xml version="1.0" encoding="utf-8"?>
<a:theme xmlns:a="http://schemas.openxmlformats.org/drawingml/2006/main" name="1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C34AD67-7538-4717-9A73-50191031DBF3}"/>
    </a:ext>
  </a:extLst>
</a:theme>
</file>

<file path=ppt/theme/theme8.xml><?xml version="1.0" encoding="utf-8"?>
<a:theme xmlns:a="http://schemas.openxmlformats.org/drawingml/2006/main" name="1_目录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sz="2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91E8AC51-71E2-47EB-A98B-31EFD4425DE1}"/>
    </a:ext>
  </a:extLst>
</a:theme>
</file>

<file path=ppt/theme/theme9.xml><?xml version="1.0" encoding="utf-8"?>
<a:theme xmlns:a="http://schemas.openxmlformats.org/drawingml/2006/main" name="28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4q24mci5">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lnSpc>
            <a:spcPts val="3440"/>
          </a:lnSpc>
          <a:defRPr sz="3200" dirty="0" smtClean="0">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32853</TotalTime>
  <Words>845</Words>
  <Application>Microsoft Office PowerPoint</Application>
  <PresentationFormat>自定义</PresentationFormat>
  <Paragraphs>100</Paragraphs>
  <Slides>1</Slides>
  <Notes>1</Notes>
  <HiddenSlides>0</HiddenSlides>
  <MMClips>0</MMClips>
  <ScaleCrop>false</ScaleCrop>
  <HeadingPairs>
    <vt:vector size="6" baseType="variant">
      <vt:variant>
        <vt:lpstr>已用的字体</vt:lpstr>
      </vt:variant>
      <vt:variant>
        <vt:i4>5</vt:i4>
      </vt:variant>
      <vt:variant>
        <vt:lpstr>主题</vt:lpstr>
      </vt:variant>
      <vt:variant>
        <vt:i4>9</vt:i4>
      </vt:variant>
      <vt:variant>
        <vt:lpstr>幻灯片标题</vt:lpstr>
      </vt:variant>
      <vt:variant>
        <vt:i4>1</vt:i4>
      </vt:variant>
    </vt:vector>
  </HeadingPairs>
  <TitlesOfParts>
    <vt:vector size="15" baseType="lpstr">
      <vt:lpstr>微软雅黑</vt:lpstr>
      <vt:lpstr>微软雅黑</vt:lpstr>
      <vt:lpstr>Arial</vt:lpstr>
      <vt:lpstr>Calibri</vt:lpstr>
      <vt:lpstr>Wingdings</vt:lpstr>
      <vt:lpstr>封面页_图片版 </vt:lpstr>
      <vt:lpstr>目录页</vt:lpstr>
      <vt:lpstr>章节页</vt:lpstr>
      <vt:lpstr>结束页</vt:lpstr>
      <vt:lpstr>13_章节页</vt:lpstr>
      <vt:lpstr>1_章节页</vt:lpstr>
      <vt:lpstr>2_章节页</vt:lpstr>
      <vt:lpstr>1_目录页</vt:lpstr>
      <vt:lpstr>28_Chart page</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lantianxiang</dc:creator>
  <cp:lastModifiedBy>longgang (A)</cp:lastModifiedBy>
  <cp:revision>672</cp:revision>
  <dcterms:created xsi:type="dcterms:W3CDTF">2020-08-28T08:44:19Z</dcterms:created>
  <dcterms:modified xsi:type="dcterms:W3CDTF">2026-08-29T18:06:05Z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(3)jYYNeYqg9URZpIMFTCIdCeNVquPuEel+nDIRQAPIrqxIM5/g5oBljBFaM7g0G3UnNz5I+Lxl
3XzinOb8XrntK+5cii2s/5KHPjVzf2+eT3mkXei0qIqPydT3E9AVL+q4EyN8GFi16B7wafrk
4kKM5b+QlkGvEvrZjPSJu+gnMw7e5TCMMA4EFmF63Ml0dr3+nOPNvAa9KZcwTzlYVuij6jfG
g8y1IjQWMDwHw00j5e</vt:lpwstr>
  </property>
  <property fmtid="{D5CDD505-2E9C-101B-9397-08002B2CF9AE}" pid="3" name="_2015_ms_pID_7253431">
    <vt:lpwstr>H7ij+MfWkrtIywe4S+a0D9BcavELomSG2Ib18xpyvB9q0hdvxoTFcA
gBSOtSnelc6axUseSTlTOvrYN0dRtpTwq9jai4mvc90zFnFZ95NvYO9xJufYr9daOcrVzTqA
GLaIfnqxEKsMJa+WZsbxcLXVnwjEyMOlQVTIeSsuPg293uwzAsm52yuhwds5TG3iH8g9FsCF
fj4i37YlF4KE29z1CbP/AqQpgHM7wlZTKoEN</vt:lpwstr>
  </property>
  <property fmtid="{D5CDD505-2E9C-101B-9397-08002B2CF9AE}" pid="4" name="_2015_ms_pID_7253432">
    <vt:lpwstr>9g==</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1598576536</vt:lpwstr>
  </property>
</Properties>
</file>